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29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137.xml"/>
  <Override ContentType="application/vnd.openxmlformats-officedocument.presentationml.slideLayout+xml" PartName="/ppt/slideLayouts/slideLayout120.xml"/>
  <Override ContentType="application/vnd.openxmlformats-officedocument.presentationml.slideLayout+xml" PartName="/ppt/slideLayouts/slideLayout9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98.xml"/>
  <Override ContentType="application/vnd.openxmlformats-officedocument.presentationml.slideLayout+xml" PartName="/ppt/slideLayouts/slideLayout110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145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2.xml"/>
  <Override ContentType="application/vnd.openxmlformats-officedocument.presentationml.slideLayout+xml" PartName="/ppt/slideLayouts/slideLayout119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135.xml"/>
  <Override ContentType="application/vnd.openxmlformats-officedocument.presentationml.slideLayout+xml" PartName="/ppt/slideLayouts/slideLayout12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04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147.xml"/>
  <Override ContentType="application/vnd.openxmlformats-officedocument.presentationml.slideLayout+xml" PartName="/ppt/slideLayouts/slideLayout117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151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92.xml"/>
  <Override ContentType="application/vnd.openxmlformats-officedocument.presentationml.slideLayout+xml" PartName="/ppt/slideLayouts/slideLayout116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150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33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0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149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10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12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127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94.xml"/>
  <Override ContentType="application/vnd.openxmlformats-officedocument.presentationml.slideLayout+xml" PartName="/ppt/slideLayouts/slideLayout114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144.xml"/>
  <Override ContentType="application/vnd.openxmlformats-officedocument.presentationml.slideLayout+xml" PartName="/ppt/slideLayouts/slideLayout131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142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25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112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10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138.xml"/>
  <Override ContentType="application/vnd.openxmlformats-officedocument.presentationml.slideLayout+xml" PartName="/ppt/slideLayouts/slideLayout32.xml"/>
  <Override ContentType="application/vnd.openxmlformats-officedocument.presentationml.slideLayout+xml" PartName="/ppt/slideLayouts/slideLayout97.xml"/>
  <Override ContentType="application/vnd.openxmlformats-officedocument.presentationml.slideLayout+xml" PartName="/ppt/slideLayouts/slideLayout111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146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03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128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95.xml"/>
  <Override ContentType="application/vnd.openxmlformats-officedocument.presentationml.slideLayout+xml" PartName="/ppt/slideLayouts/slideLayout101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99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136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05.xml"/>
  <Override ContentType="application/vnd.openxmlformats-officedocument.presentationml.slideLayout+xml" PartName="/ppt/slideLayouts/slideLayout118.xml"/>
  <Override ContentType="application/vnd.openxmlformats-officedocument.presentationml.slideLayout+xml" PartName="/ppt/slideLayouts/slideLayout148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34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121.xml"/>
  <Override ContentType="application/vnd.openxmlformats-officedocument.presentationml.slideLayout+xml" PartName="/ppt/slideLayouts/slideLayout14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107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124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09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115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132.xml"/>
  <Override ContentType="application/vnd.openxmlformats-officedocument.presentationml.slideLayout+xml" PartName="/ppt/slideLayouts/slideLayout100.xml"/>
  <Override ContentType="application/vnd.openxmlformats-officedocument.presentationml.slideLayout+xml" PartName="/ppt/slideLayouts/slideLayout130.xml"/>
  <Override ContentType="application/vnd.openxmlformats-officedocument.presentationml.slideLayout+xml" PartName="/ppt/slideLayouts/slideLayout143.xml"/>
  <Override ContentType="application/vnd.openxmlformats-officedocument.presentationml.slideLayout+xml" PartName="/ppt/slideLayouts/slideLayout113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126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39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93.xml"/>
  <Override ContentType="application/vnd.openxmlformats-officedocument.presentationml.slideLayout+xml" PartName="/ppt/slideLayouts/slideLayout27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99" r:id="rId4"/>
    <p:sldMasterId id="2147483800" r:id="rId5"/>
    <p:sldMasterId id="214748380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y="5143500" cx="9144000"/>
  <p:notesSz cx="6858000" cy="9144000"/>
  <p:embeddedFontLst>
    <p:embeddedFont>
      <p:font typeface="Newsreader"/>
      <p:regular r:id="rId26"/>
      <p:bold r:id="rId27"/>
      <p:italic r:id="rId28"/>
      <p:boldItalic r:id="rId29"/>
    </p:embeddedFont>
    <p:embeddedFont>
      <p:font typeface="Sora"/>
      <p:regular r:id="rId30"/>
      <p:bold r:id="rId31"/>
    </p:embeddedFont>
    <p:embeddedFont>
      <p:font typeface="Newsreader SemiBold"/>
      <p:regular r:id="rId32"/>
      <p:bold r:id="rId33"/>
      <p:italic r:id="rId34"/>
      <p:boldItalic r:id="rId35"/>
    </p:embeddedFont>
    <p:embeddedFont>
      <p:font typeface="IBM Plex Sans"/>
      <p:regular r:id="rId36"/>
      <p:bold r:id="rId37"/>
      <p:italic r:id="rId38"/>
      <p:boldItalic r:id="rId39"/>
    </p:embeddedFont>
    <p:embeddedFont>
      <p:font typeface="Sora SemiBold"/>
      <p:regular r:id="rId40"/>
      <p:bold r:id="rId41"/>
    </p:embeddedFont>
    <p:embeddedFont>
      <p:font typeface="IBM Plex Sans Medium"/>
      <p:regular r:id="rId42"/>
      <p:bold r:id="rId43"/>
      <p:italic r:id="rId44"/>
      <p:boldItalic r:id="rId45"/>
    </p:embeddedFont>
    <p:embeddedFont>
      <p:font typeface="Sora Light"/>
      <p:regular r:id="rId46"/>
      <p:bold r:id="rId47"/>
    </p:embeddedFont>
    <p:embeddedFont>
      <p:font typeface="DM Sans Light"/>
      <p:regular r:id="rId48"/>
      <p:bold r:id="rId49"/>
      <p:italic r:id="rId50"/>
      <p:boldItalic r:id="rId51"/>
    </p:embeddedFont>
    <p:embeddedFont>
      <p:font typeface="DM Sans SemiBold"/>
      <p:regular r:id="rId52"/>
      <p:bold r:id="rId53"/>
      <p:italic r:id="rId54"/>
      <p:boldItalic r:id="rId55"/>
    </p:embeddedFont>
    <p:embeddedFont>
      <p:font typeface="Sora ExtraLight"/>
      <p:regular r:id="rId56"/>
      <p:bold r:id="rId57"/>
    </p:embeddedFont>
    <p:embeddedFont>
      <p:font typeface="DM Sans"/>
      <p:regular r:id="rId58"/>
      <p:bold r:id="rId59"/>
      <p:italic r:id="rId60"/>
      <p:boldItalic r:id="rId61"/>
    </p:embeddedFont>
    <p:embeddedFont>
      <p:font typeface="Sora Medium"/>
      <p:regular r:id="rId62"/>
      <p:bold r:id="rId63"/>
    </p:embeddedFont>
    <p:embeddedFont>
      <p:font typeface="IBM Plex Sans SemiBold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SoraSemiBold-regular.fntdata"/><Relationship Id="rId42" Type="http://schemas.openxmlformats.org/officeDocument/2006/relationships/font" Target="fonts/IBMPlexSansMedium-regular.fntdata"/><Relationship Id="rId41" Type="http://schemas.openxmlformats.org/officeDocument/2006/relationships/font" Target="fonts/SoraSemiBold-bold.fntdata"/><Relationship Id="rId44" Type="http://schemas.openxmlformats.org/officeDocument/2006/relationships/font" Target="fonts/IBMPlexSansMedium-italic.fntdata"/><Relationship Id="rId43" Type="http://schemas.openxmlformats.org/officeDocument/2006/relationships/font" Target="fonts/IBMPlexSansMedium-bold.fntdata"/><Relationship Id="rId46" Type="http://schemas.openxmlformats.org/officeDocument/2006/relationships/font" Target="fonts/SoraLight-regular.fntdata"/><Relationship Id="rId45" Type="http://schemas.openxmlformats.org/officeDocument/2006/relationships/font" Target="fonts/IBMPlexSansMedium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48" Type="http://schemas.openxmlformats.org/officeDocument/2006/relationships/font" Target="fonts/DMSansLight-regular.fntdata"/><Relationship Id="rId47" Type="http://schemas.openxmlformats.org/officeDocument/2006/relationships/font" Target="fonts/SoraLight-bold.fntdata"/><Relationship Id="rId49" Type="http://schemas.openxmlformats.org/officeDocument/2006/relationships/font" Target="fonts/DMSansLight-bold.fntdata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Sora-bold.fntdata"/><Relationship Id="rId30" Type="http://schemas.openxmlformats.org/officeDocument/2006/relationships/font" Target="fonts/Sora-regular.fntdata"/><Relationship Id="rId33" Type="http://schemas.openxmlformats.org/officeDocument/2006/relationships/font" Target="fonts/NewsreaderSemiBold-bold.fntdata"/><Relationship Id="rId32" Type="http://schemas.openxmlformats.org/officeDocument/2006/relationships/font" Target="fonts/NewsreaderSemiBold-regular.fntdata"/><Relationship Id="rId35" Type="http://schemas.openxmlformats.org/officeDocument/2006/relationships/font" Target="fonts/NewsreaderSemiBold-boldItalic.fntdata"/><Relationship Id="rId34" Type="http://schemas.openxmlformats.org/officeDocument/2006/relationships/font" Target="fonts/NewsreaderSemiBold-italic.fntdata"/><Relationship Id="rId37" Type="http://schemas.openxmlformats.org/officeDocument/2006/relationships/font" Target="fonts/IBMPlexSans-bold.fntdata"/><Relationship Id="rId36" Type="http://schemas.openxmlformats.org/officeDocument/2006/relationships/font" Target="fonts/IBMPlexSans-regular.fntdata"/><Relationship Id="rId39" Type="http://schemas.openxmlformats.org/officeDocument/2006/relationships/font" Target="fonts/IBMPlexSans-boldItalic.fntdata"/><Relationship Id="rId38" Type="http://schemas.openxmlformats.org/officeDocument/2006/relationships/font" Target="fonts/IBMPlexSans-italic.fntdata"/><Relationship Id="rId62" Type="http://schemas.openxmlformats.org/officeDocument/2006/relationships/font" Target="fonts/SoraMedium-regular.fntdata"/><Relationship Id="rId61" Type="http://schemas.openxmlformats.org/officeDocument/2006/relationships/font" Target="fonts/DMSans-boldItalic.fntdata"/><Relationship Id="rId20" Type="http://schemas.openxmlformats.org/officeDocument/2006/relationships/slide" Target="slides/slide13.xml"/><Relationship Id="rId64" Type="http://schemas.openxmlformats.org/officeDocument/2006/relationships/font" Target="fonts/IBMPlexSansSemiBold-regular.fntdata"/><Relationship Id="rId63" Type="http://schemas.openxmlformats.org/officeDocument/2006/relationships/font" Target="fonts/SoraMedium-bold.fntdata"/><Relationship Id="rId22" Type="http://schemas.openxmlformats.org/officeDocument/2006/relationships/slide" Target="slides/slide15.xml"/><Relationship Id="rId66" Type="http://schemas.openxmlformats.org/officeDocument/2006/relationships/font" Target="fonts/IBMPlexSansSemiBold-italic.fntdata"/><Relationship Id="rId21" Type="http://schemas.openxmlformats.org/officeDocument/2006/relationships/slide" Target="slides/slide14.xml"/><Relationship Id="rId65" Type="http://schemas.openxmlformats.org/officeDocument/2006/relationships/font" Target="fonts/IBMPlexSansSemiBold-bold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67" Type="http://schemas.openxmlformats.org/officeDocument/2006/relationships/font" Target="fonts/IBMPlexSansSemiBold-boldItalic.fntdata"/><Relationship Id="rId60" Type="http://schemas.openxmlformats.org/officeDocument/2006/relationships/font" Target="fonts/DMSans-italic.fntdata"/><Relationship Id="rId26" Type="http://schemas.openxmlformats.org/officeDocument/2006/relationships/font" Target="fonts/Newsreader-regular.fntdata"/><Relationship Id="rId25" Type="http://schemas.openxmlformats.org/officeDocument/2006/relationships/slide" Target="slides/slide18.xml"/><Relationship Id="rId28" Type="http://schemas.openxmlformats.org/officeDocument/2006/relationships/font" Target="fonts/Newsreader-italic.fntdata"/><Relationship Id="rId27" Type="http://schemas.openxmlformats.org/officeDocument/2006/relationships/font" Target="fonts/Newsreader-bold.fntdata"/><Relationship Id="rId29" Type="http://schemas.openxmlformats.org/officeDocument/2006/relationships/font" Target="fonts/Newsreader-boldItalic.fntdata"/><Relationship Id="rId51" Type="http://schemas.openxmlformats.org/officeDocument/2006/relationships/font" Target="fonts/DMSansLight-boldItalic.fntdata"/><Relationship Id="rId50" Type="http://schemas.openxmlformats.org/officeDocument/2006/relationships/font" Target="fonts/DMSansLight-italic.fntdata"/><Relationship Id="rId53" Type="http://schemas.openxmlformats.org/officeDocument/2006/relationships/font" Target="fonts/DMSansSemiBold-bold.fntdata"/><Relationship Id="rId52" Type="http://schemas.openxmlformats.org/officeDocument/2006/relationships/font" Target="fonts/DMSansSemiBold-regular.fntdata"/><Relationship Id="rId11" Type="http://schemas.openxmlformats.org/officeDocument/2006/relationships/slide" Target="slides/slide4.xml"/><Relationship Id="rId55" Type="http://schemas.openxmlformats.org/officeDocument/2006/relationships/font" Target="fonts/DMSansSemiBold-boldItalic.fntdata"/><Relationship Id="rId10" Type="http://schemas.openxmlformats.org/officeDocument/2006/relationships/slide" Target="slides/slide3.xml"/><Relationship Id="rId54" Type="http://schemas.openxmlformats.org/officeDocument/2006/relationships/font" Target="fonts/DMSansSemiBold-italic.fntdata"/><Relationship Id="rId13" Type="http://schemas.openxmlformats.org/officeDocument/2006/relationships/slide" Target="slides/slide6.xml"/><Relationship Id="rId57" Type="http://schemas.openxmlformats.org/officeDocument/2006/relationships/font" Target="fonts/SoraExtraLight-bold.fntdata"/><Relationship Id="rId12" Type="http://schemas.openxmlformats.org/officeDocument/2006/relationships/slide" Target="slides/slide5.xml"/><Relationship Id="rId56" Type="http://schemas.openxmlformats.org/officeDocument/2006/relationships/font" Target="fonts/SoraExtraLight-regular.fntdata"/><Relationship Id="rId15" Type="http://schemas.openxmlformats.org/officeDocument/2006/relationships/slide" Target="slides/slide8.xml"/><Relationship Id="rId59" Type="http://schemas.openxmlformats.org/officeDocument/2006/relationships/font" Target="fonts/DMSans-bold.fntdata"/><Relationship Id="rId14" Type="http://schemas.openxmlformats.org/officeDocument/2006/relationships/slide" Target="slides/slide7.xml"/><Relationship Id="rId58" Type="http://schemas.openxmlformats.org/officeDocument/2006/relationships/font" Target="fonts/DMSans-regular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g3a837d4ec9e_0_26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4" name="Google Shape;2224;g3a837d4ec9e_0_26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9" name="Shape 2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0" name="Google Shape;2230;g3a837d4ec9e_0_26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1" name="Google Shape;2231;g3a837d4ec9e_0_26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7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8" name="Google Shape;2248;g3a837d4ec9e_0_27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9" name="Google Shape;2249;g3a837d4ec9e_0_27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4" name="Shape 2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5" name="Google Shape;2255;g3a837d4ec9e_0_27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6" name="Google Shape;2256;g3a837d4ec9e_0_27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4" name="Shape 2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5" name="Google Shape;2275;g3a837d4ec9e_0_27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6" name="Google Shape;2276;g3a837d4ec9e_0_27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6" name="Shape 2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7" name="Google Shape;2297;g3a837d4ec9e_0_29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8" name="Google Shape;2298;g3a837d4ec9e_0_29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g3a837d4ec9e_0_30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1" name="Google Shape;2321;g3a837d4ec9e_0_30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6" name="Shape 2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7" name="Google Shape;2327;g3a83fb6ae20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8" name="Google Shape;2328;g3a83fb6ae20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3" name="Shape 2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4" name="Google Shape;2334;g3a83fb6ae20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5" name="Google Shape;2335;g3a83fb6ae20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0" name="Shape 2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1" name="Google Shape;2341;g3a837d4ec9e_0_1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2" name="Google Shape;2342;g3a837d4ec9e_0_1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g3a84299634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7" name="Google Shape;2367;g3a84299634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2" name="Shape 2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3" name="Google Shape;2373;g3a837d4ec9e_0_1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4" name="Google Shape;2374;g3a837d4ec9e_0_1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0" name="Shape 2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1" name="Google Shape;2401;g3a8e54f11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2" name="Google Shape;2402;g3a8e54f11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7" name="Shape 2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8" name="Google Shape;2428;g3a84675490b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9" name="Google Shape;2429;g3a84675490b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g3a84675490b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4" name="Google Shape;2434;g3a84675490b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7" name="Shape 2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8" name="Google Shape;2438;g3a84675490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9" name="Google Shape;2439;g3a84675490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2" name="Shape 2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Google Shape;2443;g3a84675490b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4" name="Google Shape;2444;g3a84675490b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7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g3a837d4ec9e_0_17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9" name="Google Shape;2449;g3a837d4ec9e_0_17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3 Columns">
  <p:cSld name="BLANK_1_1_1_1_3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61975" y="957403"/>
            <a:ext cx="5627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2" type="subTitle"/>
          </p:nvPr>
        </p:nvSpPr>
        <p:spPr>
          <a:xfrm>
            <a:off x="362125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subTitle"/>
          </p:nvPr>
        </p:nvSpPr>
        <p:spPr>
          <a:xfrm>
            <a:off x="3154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4" type="subTitle"/>
          </p:nvPr>
        </p:nvSpPr>
        <p:spPr>
          <a:xfrm>
            <a:off x="6216650" y="1853425"/>
            <a:ext cx="20616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5" type="subTitle"/>
          </p:nvPr>
        </p:nvSpPr>
        <p:spPr>
          <a:xfrm>
            <a:off x="362125" y="2206700"/>
            <a:ext cx="2575800" cy="124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eyebrow ">
  <p:cSld name="BLANK_1_1_1_1_2_1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agenda">
  <p:cSld name="BLANK_1_1_1_1_1_1_1_1_1_1_1">
    <p:bg>
      <p:bgPr>
        <a:solidFill>
          <a:schemeClr val="lt1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3619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61975" y="962100"/>
            <a:ext cx="4163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1" name="Google Shape;31;p5"/>
          <p:cNvSpPr txBox="1"/>
          <p:nvPr>
            <p:ph idx="3" type="subTitle"/>
          </p:nvPr>
        </p:nvSpPr>
        <p:spPr>
          <a:xfrm>
            <a:off x="4909675" y="2841984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" name="Google Shape;32;p5"/>
          <p:cNvSpPr txBox="1"/>
          <p:nvPr>
            <p:ph idx="4" type="subTitle"/>
          </p:nvPr>
        </p:nvSpPr>
        <p:spPr>
          <a:xfrm>
            <a:off x="3619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5" type="subTitle"/>
          </p:nvPr>
        </p:nvSpPr>
        <p:spPr>
          <a:xfrm>
            <a:off x="4909675" y="3493626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6" type="subTitle"/>
          </p:nvPr>
        </p:nvSpPr>
        <p:spPr>
          <a:xfrm>
            <a:off x="3619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7" type="subTitle"/>
          </p:nvPr>
        </p:nvSpPr>
        <p:spPr>
          <a:xfrm>
            <a:off x="4909675" y="4145267"/>
            <a:ext cx="3154800" cy="21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">
  <p:cSld name="BLANK_1_1_1_1_1_1_1_1_1_1_1_1_1_1_2">
    <p:bg>
      <p:bgPr>
        <a:solidFill>
          <a:schemeClr val="accent6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u="sng"/>
          </a:p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40" name="Google Shape;40;p6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46" name="Google Shape;46;p6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Light - Alt 1">
  <p:cSld name="BLANK_1_1_1_1_1_1_1_1_1_1_1_1_1_1_2_2">
    <p:bg>
      <p:bgPr>
        <a:solidFill>
          <a:schemeClr val="accent6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4845475" y="99868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50" name="Google Shape;50;p7"/>
          <p:cNvSpPr txBox="1"/>
          <p:nvPr>
            <p:ph idx="3" type="subTitle"/>
          </p:nvPr>
        </p:nvSpPr>
        <p:spPr>
          <a:xfrm>
            <a:off x="4845475" y="66604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4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5" type="body"/>
          </p:nvPr>
        </p:nvSpPr>
        <p:spPr>
          <a:xfrm>
            <a:off x="4845475" y="3927439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6" type="subTitle"/>
          </p:nvPr>
        </p:nvSpPr>
        <p:spPr>
          <a:xfrm>
            <a:off x="4845475" y="3594791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5" name="Google Shape;55;p7"/>
          <p:cNvSpPr txBox="1"/>
          <p:nvPr>
            <p:ph idx="7" type="body"/>
          </p:nvPr>
        </p:nvSpPr>
        <p:spPr>
          <a:xfrm>
            <a:off x="4845475" y="2431037"/>
            <a:ext cx="33825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" name="Google Shape;56;p7"/>
          <p:cNvSpPr txBox="1"/>
          <p:nvPr>
            <p:ph idx="8" type="subTitle"/>
          </p:nvPr>
        </p:nvSpPr>
        <p:spPr>
          <a:xfrm>
            <a:off x="4845475" y="2098390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57" name="Google Shape;57;p7"/>
          <p:cNvSpPr txBox="1"/>
          <p:nvPr>
            <p:ph idx="9" type="body"/>
          </p:nvPr>
        </p:nvSpPr>
        <p:spPr>
          <a:xfrm>
            <a:off x="356100" y="3243900"/>
            <a:ext cx="2798700" cy="1334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Horizontal - Dark">
  <p:cSld name="BLANK_1_1_1_1_1_1_1_1_1_1_1_1_1_1_2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8"/>
          <p:cNvSpPr txBox="1"/>
          <p:nvPr>
            <p:ph idx="2" type="body"/>
          </p:nvPr>
        </p:nvSpPr>
        <p:spPr>
          <a:xfrm>
            <a:off x="4845475" y="136102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2" name="Google Shape;62;p8"/>
          <p:cNvSpPr txBox="1"/>
          <p:nvPr>
            <p:ph idx="3" type="subTitle"/>
          </p:nvPr>
        </p:nvSpPr>
        <p:spPr>
          <a:xfrm>
            <a:off x="4845475" y="102837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4" type="body"/>
          </p:nvPr>
        </p:nvSpPr>
        <p:spPr>
          <a:xfrm>
            <a:off x="4845475" y="2595865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5" type="subTitle"/>
          </p:nvPr>
        </p:nvSpPr>
        <p:spPr>
          <a:xfrm>
            <a:off x="4845475" y="2263215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6" type="body"/>
          </p:nvPr>
        </p:nvSpPr>
        <p:spPr>
          <a:xfrm>
            <a:off x="4845475" y="3870078"/>
            <a:ext cx="3382500" cy="431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66" name="Google Shape;66;p8"/>
          <p:cNvSpPr txBox="1"/>
          <p:nvPr>
            <p:ph idx="7" type="subTitle"/>
          </p:nvPr>
        </p:nvSpPr>
        <p:spPr>
          <a:xfrm>
            <a:off x="4845475" y="3537427"/>
            <a:ext cx="3382500" cy="237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" name="Google Shape;68;p8"/>
          <p:cNvSpPr txBox="1"/>
          <p:nvPr>
            <p:ph idx="8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four big ideas">
  <p:cSld name="BLANK_1_1_1_1_1_1_1_1_1_1_1_1_1_1_1">
    <p:bg>
      <p:bgPr>
        <a:solidFill>
          <a:schemeClr val="lt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9"/>
          <p:cNvSpPr txBox="1"/>
          <p:nvPr>
            <p:ph idx="1" type="body"/>
          </p:nvPr>
        </p:nvSpPr>
        <p:spPr>
          <a:xfrm>
            <a:off x="2610420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1" name="Google Shape;71;p9"/>
          <p:cNvSpPr txBox="1"/>
          <p:nvPr>
            <p:ph idx="2" type="subTitle"/>
          </p:nvPr>
        </p:nvSpPr>
        <p:spPr>
          <a:xfrm>
            <a:off x="2610418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3" name="Google Shape;73;p9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4" name="Google Shape;74;p9"/>
          <p:cNvSpPr txBox="1"/>
          <p:nvPr>
            <p:ph idx="4" type="body"/>
          </p:nvPr>
        </p:nvSpPr>
        <p:spPr>
          <a:xfrm>
            <a:off x="4889772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9"/>
          <p:cNvSpPr txBox="1"/>
          <p:nvPr>
            <p:ph idx="5" type="subTitle"/>
          </p:nvPr>
        </p:nvSpPr>
        <p:spPr>
          <a:xfrm>
            <a:off x="48897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6" name="Google Shape;76;p9"/>
          <p:cNvSpPr txBox="1"/>
          <p:nvPr>
            <p:ph idx="6" type="body"/>
          </p:nvPr>
        </p:nvSpPr>
        <p:spPr>
          <a:xfrm>
            <a:off x="713087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77" name="Google Shape;77;p9"/>
          <p:cNvSpPr txBox="1"/>
          <p:nvPr>
            <p:ph idx="7" type="subTitle"/>
          </p:nvPr>
        </p:nvSpPr>
        <p:spPr>
          <a:xfrm>
            <a:off x="7130874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None/>
              <a:defRPr sz="16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78" name="Google Shape;78;p9"/>
          <p:cNvSpPr txBox="1"/>
          <p:nvPr>
            <p:ph idx="8" type="body"/>
          </p:nvPr>
        </p:nvSpPr>
        <p:spPr>
          <a:xfrm>
            <a:off x="360525" y="2943375"/>
            <a:ext cx="1645800" cy="160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9"/>
          <p:cNvSpPr txBox="1"/>
          <p:nvPr>
            <p:ph idx="9" type="subTitle"/>
          </p:nvPr>
        </p:nvSpPr>
        <p:spPr>
          <a:xfrm>
            <a:off x="360533" y="2169054"/>
            <a:ext cx="16458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DM Sans Light"/>
              <a:buNone/>
              <a:defRPr sz="16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0" name="Google Shape;80;p9"/>
          <p:cNvSpPr txBox="1"/>
          <p:nvPr>
            <p:ph idx="1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1" name="Google Shape;81;p9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3">
    <p:bg>
      <p:bgPr>
        <a:solidFill>
          <a:schemeClr val="accent2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4" name="Google Shape;84;p10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0"/>
          <p:cNvSpPr txBox="1"/>
          <p:nvPr>
            <p:ph idx="2" type="body"/>
          </p:nvPr>
        </p:nvSpPr>
        <p:spPr>
          <a:xfrm>
            <a:off x="3619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6" name="Google Shape;86;p10"/>
          <p:cNvSpPr txBox="1"/>
          <p:nvPr>
            <p:ph idx="3" type="subTitle"/>
          </p:nvPr>
        </p:nvSpPr>
        <p:spPr>
          <a:xfrm>
            <a:off x="3619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7" name="Google Shape;87;p10"/>
          <p:cNvSpPr txBox="1"/>
          <p:nvPr>
            <p:ph idx="4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88" name="Google Shape;88;p10"/>
          <p:cNvSpPr txBox="1"/>
          <p:nvPr>
            <p:ph type="title"/>
          </p:nvPr>
        </p:nvSpPr>
        <p:spPr>
          <a:xfrm>
            <a:off x="1938175" y="988550"/>
            <a:ext cx="5267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89" name="Google Shape;89;p10"/>
          <p:cNvSpPr txBox="1"/>
          <p:nvPr>
            <p:ph idx="5" type="subTitle"/>
          </p:nvPr>
        </p:nvSpPr>
        <p:spPr>
          <a:xfrm>
            <a:off x="731927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0" name="Google Shape;90;p10"/>
          <p:cNvSpPr txBox="1"/>
          <p:nvPr>
            <p:ph idx="6" type="body"/>
          </p:nvPr>
        </p:nvSpPr>
        <p:spPr>
          <a:xfrm>
            <a:off x="210130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1" name="Google Shape;91;p10"/>
          <p:cNvSpPr txBox="1"/>
          <p:nvPr>
            <p:ph idx="7" type="body"/>
          </p:nvPr>
        </p:nvSpPr>
        <p:spPr>
          <a:xfrm>
            <a:off x="384062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2" name="Google Shape;92;p10"/>
          <p:cNvSpPr txBox="1"/>
          <p:nvPr>
            <p:ph idx="8" type="body"/>
          </p:nvPr>
        </p:nvSpPr>
        <p:spPr>
          <a:xfrm>
            <a:off x="5579950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3" name="Google Shape;93;p10"/>
          <p:cNvSpPr txBox="1"/>
          <p:nvPr>
            <p:ph idx="9" type="subTitle"/>
          </p:nvPr>
        </p:nvSpPr>
        <p:spPr>
          <a:xfrm>
            <a:off x="210130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4" name="Google Shape;94;p10"/>
          <p:cNvSpPr txBox="1"/>
          <p:nvPr>
            <p:ph idx="13" type="subTitle"/>
          </p:nvPr>
        </p:nvSpPr>
        <p:spPr>
          <a:xfrm>
            <a:off x="3840625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5" name="Google Shape;95;p10"/>
          <p:cNvSpPr txBox="1"/>
          <p:nvPr>
            <p:ph idx="14" type="subTitle"/>
          </p:nvPr>
        </p:nvSpPr>
        <p:spPr>
          <a:xfrm>
            <a:off x="5579950" y="2556804"/>
            <a:ext cx="1457400" cy="45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96" name="Google Shape;96;p10"/>
          <p:cNvSpPr txBox="1"/>
          <p:nvPr>
            <p:ph idx="15" type="body"/>
          </p:nvPr>
        </p:nvSpPr>
        <p:spPr>
          <a:xfrm>
            <a:off x="7319275" y="3231275"/>
            <a:ext cx="1457400" cy="107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1"/>
          <p:cNvSpPr txBox="1"/>
          <p:nvPr>
            <p:ph idx="2" type="body"/>
          </p:nvPr>
        </p:nvSpPr>
        <p:spPr>
          <a:xfrm>
            <a:off x="71308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1" name="Google Shape;101;p11"/>
          <p:cNvSpPr txBox="1"/>
          <p:nvPr>
            <p:ph idx="3" type="subTitle"/>
          </p:nvPr>
        </p:nvSpPr>
        <p:spPr>
          <a:xfrm>
            <a:off x="71308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2" name="Google Shape;102;p11"/>
          <p:cNvSpPr txBox="1"/>
          <p:nvPr>
            <p:ph idx="4" type="subTitle"/>
          </p:nvPr>
        </p:nvSpPr>
        <p:spPr>
          <a:xfrm>
            <a:off x="71308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5" type="body"/>
          </p:nvPr>
        </p:nvSpPr>
        <p:spPr>
          <a:xfrm>
            <a:off x="4892138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6" type="subTitle"/>
          </p:nvPr>
        </p:nvSpPr>
        <p:spPr>
          <a:xfrm>
            <a:off x="4892138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7" type="subTitle"/>
          </p:nvPr>
        </p:nvSpPr>
        <p:spPr>
          <a:xfrm>
            <a:off x="4892138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8" type="body"/>
          </p:nvPr>
        </p:nvSpPr>
        <p:spPr>
          <a:xfrm>
            <a:off x="2607050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9" type="subTitle"/>
          </p:nvPr>
        </p:nvSpPr>
        <p:spPr>
          <a:xfrm>
            <a:off x="2607050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8" name="Google Shape;108;p11"/>
          <p:cNvSpPr txBox="1"/>
          <p:nvPr>
            <p:ph idx="13" type="subTitle"/>
          </p:nvPr>
        </p:nvSpPr>
        <p:spPr>
          <a:xfrm>
            <a:off x="2607050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09" name="Google Shape;109;p11"/>
          <p:cNvSpPr txBox="1"/>
          <p:nvPr>
            <p:ph idx="14" type="body"/>
          </p:nvPr>
        </p:nvSpPr>
        <p:spPr>
          <a:xfrm>
            <a:off x="361975" y="3628800"/>
            <a:ext cx="1645800" cy="68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15" type="subTitle"/>
          </p:nvPr>
        </p:nvSpPr>
        <p:spPr>
          <a:xfrm>
            <a:off x="361975" y="2586820"/>
            <a:ext cx="1645800" cy="152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ewsreader SemiBold"/>
              <a:buNone/>
              <a:defRPr sz="1100">
                <a:solidFill>
                  <a:schemeClr val="dk1"/>
                </a:solidFill>
                <a:latin typeface="Newsreader SemiBold"/>
                <a:ea typeface="Newsreader SemiBold"/>
                <a:cs typeface="Newsreader SemiBold"/>
                <a:sym typeface="Newsread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DM Sans Light"/>
              <a:buNone/>
              <a:defRPr sz="11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16" type="subTitle"/>
          </p:nvPr>
        </p:nvSpPr>
        <p:spPr>
          <a:xfrm>
            <a:off x="361975" y="2791120"/>
            <a:ext cx="16458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7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 Light"/>
              <a:buNone/>
              <a:defRPr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type="title"/>
          </p:nvPr>
        </p:nvSpPr>
        <p:spPr>
          <a:xfrm>
            <a:off x="1406600" y="988557"/>
            <a:ext cx="6330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CUSTOM_7_1_1_1_1_1_1_1_1_1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/>
          <p:nvPr>
            <p:ph idx="2" type="pic"/>
          </p:nvPr>
        </p:nvSpPr>
        <p:spPr>
          <a:xfrm>
            <a:off x="4587725" y="-8750"/>
            <a:ext cx="4572000" cy="51522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361975" y="923525"/>
            <a:ext cx="38601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361975" y="255533"/>
            <a:ext cx="3860100" cy="3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ewsread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547575" y="3337797"/>
            <a:ext cx="3492600" cy="132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er and Four steps">
  <p:cSld name="CUSTOM_7_1_1_1_1_1_1_1_1_1_1_1_1_1_1_1_1_1_2"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1" name="Google Shape;121;p1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3"/>
          <p:cNvSpPr/>
          <p:nvPr/>
        </p:nvSpPr>
        <p:spPr>
          <a:xfrm>
            <a:off x="50" y="2785800"/>
            <a:ext cx="2294400" cy="2357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3" name="Google Shape;123;p13"/>
          <p:cNvSpPr/>
          <p:nvPr/>
        </p:nvSpPr>
        <p:spPr>
          <a:xfrm>
            <a:off x="2286125" y="2068875"/>
            <a:ext cx="2294400" cy="30747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3"/>
          <p:cNvSpPr/>
          <p:nvPr/>
        </p:nvSpPr>
        <p:spPr>
          <a:xfrm>
            <a:off x="4565475" y="1495326"/>
            <a:ext cx="2294400" cy="3648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5" name="Google Shape;125;p13"/>
          <p:cNvSpPr/>
          <p:nvPr/>
        </p:nvSpPr>
        <p:spPr>
          <a:xfrm>
            <a:off x="6849550" y="732775"/>
            <a:ext cx="2294400" cy="441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6" name="Google Shape;126;p13"/>
          <p:cNvSpPr txBox="1"/>
          <p:nvPr/>
        </p:nvSpPr>
        <p:spPr>
          <a:xfrm>
            <a:off x="375350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01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7" name="Google Shape;127;p13"/>
          <p:cNvSpPr txBox="1"/>
          <p:nvPr/>
        </p:nvSpPr>
        <p:spPr>
          <a:xfrm>
            <a:off x="26651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rPr>
              <a:t>02</a:t>
            </a:r>
            <a:endParaRPr sz="3000">
              <a:solidFill>
                <a:schemeClr val="dk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8" name="Google Shape;128;p13"/>
          <p:cNvSpPr txBox="1"/>
          <p:nvPr/>
        </p:nvSpPr>
        <p:spPr>
          <a:xfrm>
            <a:off x="4937688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03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29" name="Google Shape;129;p13"/>
          <p:cNvSpPr txBox="1"/>
          <p:nvPr/>
        </p:nvSpPr>
        <p:spPr>
          <a:xfrm>
            <a:off x="7230513" y="4481351"/>
            <a:ext cx="6759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rPr>
              <a:t>04</a:t>
            </a:r>
            <a:endParaRPr sz="3000">
              <a:solidFill>
                <a:schemeClr val="lt1"/>
              </a:solidFill>
              <a:latin typeface="Newsreader"/>
              <a:ea typeface="Newsreader"/>
              <a:cs typeface="Newsreader"/>
              <a:sym typeface="Newsreader"/>
            </a:endParaRPr>
          </a:p>
        </p:txBody>
      </p:sp>
      <p:sp>
        <p:nvSpPr>
          <p:cNvPr id="130" name="Google Shape;130;p13"/>
          <p:cNvSpPr txBox="1"/>
          <p:nvPr>
            <p:ph type="title"/>
          </p:nvPr>
        </p:nvSpPr>
        <p:spPr>
          <a:xfrm>
            <a:off x="361975" y="988782"/>
            <a:ext cx="3231600" cy="76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ewsreader"/>
              <a:buNone/>
              <a:defRPr sz="2200">
                <a:solidFill>
                  <a:schemeClr val="dk1"/>
                </a:solidFill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131" name="Google Shape;131;p13"/>
          <p:cNvSpPr txBox="1"/>
          <p:nvPr>
            <p:ph idx="2" type="subTitle"/>
          </p:nvPr>
        </p:nvSpPr>
        <p:spPr>
          <a:xfrm>
            <a:off x="382691" y="3129231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3"/>
          <p:cNvSpPr txBox="1"/>
          <p:nvPr>
            <p:ph idx="3" type="subTitle"/>
          </p:nvPr>
        </p:nvSpPr>
        <p:spPr>
          <a:xfrm>
            <a:off x="377048" y="3344302"/>
            <a:ext cx="1689600" cy="969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3" name="Google Shape;133;p13"/>
          <p:cNvSpPr txBox="1"/>
          <p:nvPr>
            <p:ph idx="4" type="subTitle"/>
          </p:nvPr>
        </p:nvSpPr>
        <p:spPr>
          <a:xfrm>
            <a:off x="2671462" y="2450249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4" name="Google Shape;134;p13"/>
          <p:cNvSpPr txBox="1"/>
          <p:nvPr>
            <p:ph idx="5" type="subTitle"/>
          </p:nvPr>
        </p:nvSpPr>
        <p:spPr>
          <a:xfrm>
            <a:off x="2665825" y="2665171"/>
            <a:ext cx="1689600" cy="14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5" name="Google Shape;135;p13"/>
          <p:cNvSpPr txBox="1"/>
          <p:nvPr>
            <p:ph idx="6" type="subTitle"/>
          </p:nvPr>
        </p:nvSpPr>
        <p:spPr>
          <a:xfrm>
            <a:off x="4943337" y="18846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3"/>
          <p:cNvSpPr txBox="1"/>
          <p:nvPr>
            <p:ph idx="7" type="subTitle"/>
          </p:nvPr>
        </p:nvSpPr>
        <p:spPr>
          <a:xfrm>
            <a:off x="4937700" y="2099593"/>
            <a:ext cx="1689600" cy="16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37" name="Google Shape;137;p13"/>
          <p:cNvSpPr txBox="1"/>
          <p:nvPr>
            <p:ph idx="8" type="subTitle"/>
          </p:nvPr>
        </p:nvSpPr>
        <p:spPr>
          <a:xfrm>
            <a:off x="7238787" y="1057472"/>
            <a:ext cx="12573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3"/>
          <p:cNvSpPr txBox="1"/>
          <p:nvPr>
            <p:ph idx="9" type="subTitle"/>
          </p:nvPr>
        </p:nvSpPr>
        <p:spPr>
          <a:xfrm>
            <a:off x="7233150" y="1272358"/>
            <a:ext cx="1689600" cy="219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Light">
  <p:cSld name="CUSTOM_7_1_1_1_1_1_1_1_1_1_1_1_1_1_1_1_1_1_1_1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/>
            </a:lvl9pPr>
          </a:lstStyle>
          <a:p/>
        </p:txBody>
      </p:sp>
      <p:sp>
        <p:nvSpPr>
          <p:cNvPr id="143" name="Google Shape;143;p14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44" name="Google Shape;144;p14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45" name="Google Shape;145;p14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- Dark">
  <p:cSld name="CUSTOM_7_1_1_1_1_1_1_1_1_1_1_1_1_1_1_1_1_1_1_1_1">
    <p:bg>
      <p:bgPr>
        <a:solidFill>
          <a:schemeClr val="lt1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8" name="Google Shape;148;p1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9" name="Google Shape;149;p15"/>
          <p:cNvSpPr txBox="1"/>
          <p:nvPr>
            <p:ph type="title"/>
          </p:nvPr>
        </p:nvSpPr>
        <p:spPr>
          <a:xfrm>
            <a:off x="1453650" y="1325938"/>
            <a:ext cx="6236700" cy="2011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5"/>
          <p:cNvSpPr/>
          <p:nvPr>
            <p:ph idx="2" type="pic"/>
          </p:nvPr>
        </p:nvSpPr>
        <p:spPr>
          <a:xfrm>
            <a:off x="1442350" y="3492500"/>
            <a:ext cx="408900" cy="4089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51" name="Google Shape;151;p15"/>
          <p:cNvSpPr txBox="1"/>
          <p:nvPr>
            <p:ph idx="3" type="subTitle"/>
          </p:nvPr>
        </p:nvSpPr>
        <p:spPr>
          <a:xfrm>
            <a:off x="1957375" y="3536000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SemiBold"/>
              <a:buNone/>
              <a:defRPr sz="1000">
                <a:solidFill>
                  <a:schemeClr val="dk1"/>
                </a:solidFill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152" name="Google Shape;152;p15"/>
          <p:cNvSpPr txBox="1"/>
          <p:nvPr>
            <p:ph idx="4" type="subTitle"/>
          </p:nvPr>
        </p:nvSpPr>
        <p:spPr>
          <a:xfrm>
            <a:off x="1957375" y="3678443"/>
            <a:ext cx="26616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modules">
  <p:cSld name="CUSTOM"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6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6" name="Google Shape;156;p16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7" name="Google Shape;157;p16"/>
          <p:cNvSpPr txBox="1"/>
          <p:nvPr>
            <p:ph idx="3" type="body"/>
          </p:nvPr>
        </p:nvSpPr>
        <p:spPr>
          <a:xfrm>
            <a:off x="361975" y="3256513"/>
            <a:ext cx="3860100" cy="1327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158" name="Google Shape;158;p16"/>
          <p:cNvSpPr txBox="1"/>
          <p:nvPr>
            <p:ph idx="4" type="title"/>
          </p:nvPr>
        </p:nvSpPr>
        <p:spPr>
          <a:xfrm>
            <a:off x="48008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59" name="Google Shape;159;p16"/>
          <p:cNvSpPr txBox="1"/>
          <p:nvPr>
            <p:ph idx="5" type="title"/>
          </p:nvPr>
        </p:nvSpPr>
        <p:spPr>
          <a:xfrm>
            <a:off x="7094925" y="258072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6"/>
          <p:cNvSpPr txBox="1"/>
          <p:nvPr>
            <p:ph idx="6" type="title"/>
          </p:nvPr>
        </p:nvSpPr>
        <p:spPr>
          <a:xfrm>
            <a:off x="4800825" y="1698225"/>
            <a:ext cx="1762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6"/>
          <p:cNvSpPr txBox="1"/>
          <p:nvPr>
            <p:ph idx="7" type="body"/>
          </p:nvPr>
        </p:nvSpPr>
        <p:spPr>
          <a:xfrm>
            <a:off x="4800825" y="4122308"/>
            <a:ext cx="39759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62" name="Google Shape;162;p16"/>
          <p:cNvSpPr txBox="1"/>
          <p:nvPr>
            <p:ph idx="8" type="title"/>
          </p:nvPr>
        </p:nvSpPr>
        <p:spPr>
          <a:xfrm>
            <a:off x="4800825" y="3215225"/>
            <a:ext cx="3975900" cy="79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9" type="body"/>
          </p:nvPr>
        </p:nvSpPr>
        <p:spPr>
          <a:xfrm>
            <a:off x="4800825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4" name="Google Shape;164;p16"/>
          <p:cNvSpPr txBox="1"/>
          <p:nvPr>
            <p:ph idx="13" type="body"/>
          </p:nvPr>
        </p:nvSpPr>
        <p:spPr>
          <a:xfrm>
            <a:off x="7115650" y="22687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5" name="Google Shape;165;p16"/>
          <p:cNvSpPr txBox="1"/>
          <p:nvPr>
            <p:ph idx="14" type="body"/>
          </p:nvPr>
        </p:nvSpPr>
        <p:spPr>
          <a:xfrm>
            <a:off x="4800825" y="860100"/>
            <a:ext cx="17622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ix modules">
  <p:cSld name="CUSTOM_1">
    <p:bg>
      <p:bgPr>
        <a:solidFill>
          <a:schemeClr val="lt1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17"/>
          <p:cNvSpPr txBox="1"/>
          <p:nvPr>
            <p:ph type="title"/>
          </p:nvPr>
        </p:nvSpPr>
        <p:spPr>
          <a:xfrm>
            <a:off x="361975" y="988555"/>
            <a:ext cx="38601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17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17"/>
          <p:cNvSpPr txBox="1"/>
          <p:nvPr>
            <p:ph idx="3" type="body"/>
          </p:nvPr>
        </p:nvSpPr>
        <p:spPr>
          <a:xfrm>
            <a:off x="4800825" y="3665600"/>
            <a:ext cx="39759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17"/>
          <p:cNvSpPr txBox="1"/>
          <p:nvPr>
            <p:ph idx="4" type="subTitle"/>
          </p:nvPr>
        </p:nvSpPr>
        <p:spPr>
          <a:xfrm>
            <a:off x="4800825" y="3285232"/>
            <a:ext cx="3975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2" name="Google Shape;172;p17"/>
          <p:cNvSpPr txBox="1"/>
          <p:nvPr>
            <p:ph idx="5" type="body"/>
          </p:nvPr>
        </p:nvSpPr>
        <p:spPr>
          <a:xfrm>
            <a:off x="2611802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Font typeface="DM Sans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3" name="Google Shape;173;p17"/>
          <p:cNvSpPr txBox="1"/>
          <p:nvPr>
            <p:ph idx="6" type="subTitle"/>
          </p:nvPr>
        </p:nvSpPr>
        <p:spPr>
          <a:xfrm>
            <a:off x="2611802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74" name="Google Shape;174;p17"/>
          <p:cNvSpPr txBox="1"/>
          <p:nvPr>
            <p:ph idx="7" type="body"/>
          </p:nvPr>
        </p:nvSpPr>
        <p:spPr>
          <a:xfrm>
            <a:off x="361977" y="3665600"/>
            <a:ext cx="1627500" cy="111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17"/>
          <p:cNvSpPr txBox="1"/>
          <p:nvPr>
            <p:ph idx="8" type="subTitle"/>
          </p:nvPr>
        </p:nvSpPr>
        <p:spPr>
          <a:xfrm>
            <a:off x="361977" y="3285232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17"/>
          <p:cNvSpPr txBox="1"/>
          <p:nvPr>
            <p:ph idx="9" type="body"/>
          </p:nvPr>
        </p:nvSpPr>
        <p:spPr>
          <a:xfrm>
            <a:off x="490072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17"/>
          <p:cNvSpPr txBox="1"/>
          <p:nvPr>
            <p:ph idx="13" type="subTitle"/>
          </p:nvPr>
        </p:nvSpPr>
        <p:spPr>
          <a:xfrm>
            <a:off x="490072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14" type="body"/>
          </p:nvPr>
        </p:nvSpPr>
        <p:spPr>
          <a:xfrm>
            <a:off x="7149175" y="1196103"/>
            <a:ext cx="1627500" cy="138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179" name="Google Shape;179;p17"/>
          <p:cNvSpPr txBox="1"/>
          <p:nvPr>
            <p:ph idx="15" type="subTitle"/>
          </p:nvPr>
        </p:nvSpPr>
        <p:spPr>
          <a:xfrm>
            <a:off x="7149175" y="706863"/>
            <a:ext cx="16275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180" name="Google Shape;180;p1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modules">
  <p:cSld name="CUSTOM_1_1">
    <p:bg>
      <p:bgPr>
        <a:solidFill>
          <a:schemeClr val="lt1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3" name="Google Shape;183;p18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None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4" name="Google Shape;184;p1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18"/>
          <p:cNvSpPr txBox="1"/>
          <p:nvPr>
            <p:ph type="title"/>
          </p:nvPr>
        </p:nvSpPr>
        <p:spPr>
          <a:xfrm>
            <a:off x="5796575" y="2351325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18"/>
          <p:cNvSpPr txBox="1"/>
          <p:nvPr>
            <p:ph idx="3" type="title"/>
          </p:nvPr>
        </p:nvSpPr>
        <p:spPr>
          <a:xfrm>
            <a:off x="5796575" y="507450"/>
            <a:ext cx="9895200" cy="7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6200"/>
            </a:lvl9pPr>
          </a:lstStyle>
          <a:p/>
        </p:txBody>
      </p:sp>
      <p:sp>
        <p:nvSpPr>
          <p:cNvPr id="187" name="Google Shape;187;p18"/>
          <p:cNvSpPr txBox="1"/>
          <p:nvPr>
            <p:ph idx="4" type="subTitle"/>
          </p:nvPr>
        </p:nvSpPr>
        <p:spPr>
          <a:xfrm>
            <a:off x="5712600" y="4290612"/>
            <a:ext cx="2613300" cy="5439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8" name="Google Shape;188;p18"/>
          <p:cNvSpPr txBox="1"/>
          <p:nvPr>
            <p:ph idx="5" type="subTitle"/>
          </p:nvPr>
        </p:nvSpPr>
        <p:spPr>
          <a:xfrm>
            <a:off x="5712600" y="3243901"/>
            <a:ext cx="2613300" cy="43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89" name="Google Shape;189;p18"/>
          <p:cNvSpPr txBox="1"/>
          <p:nvPr>
            <p:ph idx="6" type="subTitle"/>
          </p:nvPr>
        </p:nvSpPr>
        <p:spPr>
          <a:xfrm>
            <a:off x="5712600" y="1318375"/>
            <a:ext cx="2613300" cy="483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modules">
  <p:cSld name="CUSTOM_1_1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9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2" name="Google Shape;192;p19"/>
          <p:cNvSpPr txBox="1"/>
          <p:nvPr>
            <p:ph idx="2" type="subTitle"/>
          </p:nvPr>
        </p:nvSpPr>
        <p:spPr>
          <a:xfrm>
            <a:off x="361975" y="732775"/>
            <a:ext cx="3860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3" name="Google Shape;193;p1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4" name="Google Shape;194;p19"/>
          <p:cNvSpPr txBox="1"/>
          <p:nvPr>
            <p:ph type="title"/>
          </p:nvPr>
        </p:nvSpPr>
        <p:spPr>
          <a:xfrm>
            <a:off x="361975" y="988557"/>
            <a:ext cx="50184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1">
  <p:cSld name="CUSTOM_2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>
            <p:ph idx="2" type="pic"/>
          </p:nvPr>
        </p:nvSpPr>
        <p:spPr>
          <a:xfrm>
            <a:off x="6289075" y="1793300"/>
            <a:ext cx="2853300" cy="33504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0"/>
          <p:cNvSpPr/>
          <p:nvPr/>
        </p:nvSpPr>
        <p:spPr>
          <a:xfrm>
            <a:off x="6289085" y="0"/>
            <a:ext cx="2853300" cy="17931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8" name="Google Shape;198;p20"/>
          <p:cNvSpPr txBox="1"/>
          <p:nvPr>
            <p:ph type="title"/>
          </p:nvPr>
        </p:nvSpPr>
        <p:spPr>
          <a:xfrm>
            <a:off x="361975" y="988550"/>
            <a:ext cx="5356800" cy="225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199" name="Google Shape;199;p20"/>
          <p:cNvSpPr txBox="1"/>
          <p:nvPr>
            <p:ph idx="1" type="body"/>
          </p:nvPr>
        </p:nvSpPr>
        <p:spPr>
          <a:xfrm>
            <a:off x="361975" y="3541582"/>
            <a:ext cx="3777000" cy="1044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0" name="Google Shape;200;p2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1" name="Google Shape;201;p20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2">
  <p:cSld name="CUSTOM_2_1"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4" name="Google Shape;204;p21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5" name="Google Shape;205;p21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08" name="Google Shape;208;p21"/>
          <p:cNvSpPr/>
          <p:nvPr>
            <p:ph idx="4" type="pic"/>
          </p:nvPr>
        </p:nvSpPr>
        <p:spPr>
          <a:xfrm>
            <a:off x="3982589" y="2427948"/>
            <a:ext cx="1179600" cy="1417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3">
  <p:cSld name="CUSTOM_2_1_2">
    <p:bg>
      <p:bgPr>
        <a:solidFill>
          <a:schemeClr val="accent1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1" name="Google Shape;211;p2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2" name="Google Shape;212;p22"/>
          <p:cNvSpPr txBox="1"/>
          <p:nvPr>
            <p:ph idx="2" type="subTitle"/>
          </p:nvPr>
        </p:nvSpPr>
        <p:spPr>
          <a:xfrm>
            <a:off x="315465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"/>
              <a:buNone/>
              <a:defRPr sz="10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"/>
              <a:buNone/>
              <a:defRPr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3" name="Google Shape;213;p22"/>
          <p:cNvSpPr txBox="1"/>
          <p:nvPr>
            <p:ph type="title"/>
          </p:nvPr>
        </p:nvSpPr>
        <p:spPr>
          <a:xfrm>
            <a:off x="3154650" y="1801500"/>
            <a:ext cx="5622000" cy="28320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/>
        </p:txBody>
      </p:sp>
      <p:sp>
        <p:nvSpPr>
          <p:cNvPr id="214" name="Google Shape;214;p22"/>
          <p:cNvSpPr/>
          <p:nvPr>
            <p:ph idx="3" type="pic"/>
          </p:nvPr>
        </p:nvSpPr>
        <p:spPr>
          <a:xfrm>
            <a:off x="361975" y="1066100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CUSTOM_2_1_2_1_2">
    <p:bg>
      <p:bgPr>
        <a:solidFill>
          <a:schemeClr val="lt1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/>
          <p:nvPr>
            <p:ph idx="2" type="pic"/>
          </p:nvPr>
        </p:nvSpPr>
        <p:spPr>
          <a:xfrm>
            <a:off x="361975" y="781775"/>
            <a:ext cx="2872800" cy="3783300"/>
          </a:xfrm>
          <a:prstGeom prst="rect">
            <a:avLst/>
          </a:prstGeom>
          <a:noFill/>
          <a:ln>
            <a:noFill/>
          </a:ln>
        </p:spPr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23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19" name="Google Shape;219;p23"/>
          <p:cNvSpPr txBox="1"/>
          <p:nvPr>
            <p:ph idx="3" type="subTitle"/>
          </p:nvPr>
        </p:nvSpPr>
        <p:spPr>
          <a:xfrm>
            <a:off x="3657600" y="1051772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"/>
              <a:buNone/>
              <a:defRPr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None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657600" y="1555450"/>
            <a:ext cx="5622000" cy="1750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21" name="Google Shape;221;p23"/>
          <p:cNvSpPr txBox="1"/>
          <p:nvPr>
            <p:ph idx="4" type="body"/>
          </p:nvPr>
        </p:nvSpPr>
        <p:spPr>
          <a:xfrm>
            <a:off x="3657600" y="3556575"/>
            <a:ext cx="3554400" cy="10293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●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DM Sans Light"/>
              <a:buChar char="○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DM Sans Light"/>
              <a:buChar char="■"/>
              <a:defRPr sz="10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with image - Alt 5">
  <p:cSld name="CUSTOM_2_1_2_1_1">
    <p:bg>
      <p:bgPr>
        <a:solidFill>
          <a:schemeClr val="accent2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The reflective glass facade of a skyscraper. " id="223" name="Google Shape;223;p24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5" name="Google Shape;225;p24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24"/>
          <p:cNvSpPr txBox="1"/>
          <p:nvPr>
            <p:ph idx="2" type="body"/>
          </p:nvPr>
        </p:nvSpPr>
        <p:spPr>
          <a:xfrm>
            <a:off x="1957800" y="4195275"/>
            <a:ext cx="5228400" cy="390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DM Sans"/>
              <a:buChar char="■"/>
              <a:defRPr sz="1000"/>
            </a:lvl9pPr>
          </a:lstStyle>
          <a:p/>
        </p:txBody>
      </p:sp>
      <p:sp>
        <p:nvSpPr>
          <p:cNvPr id="227" name="Google Shape;227;p24"/>
          <p:cNvSpPr txBox="1"/>
          <p:nvPr>
            <p:ph idx="3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28" name="Google Shape;228;p24"/>
          <p:cNvSpPr txBox="1"/>
          <p:nvPr>
            <p:ph type="title"/>
          </p:nvPr>
        </p:nvSpPr>
        <p:spPr>
          <a:xfrm>
            <a:off x="719400" y="988550"/>
            <a:ext cx="7705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29" name="Google Shape;229;p24"/>
          <p:cNvSpPr/>
          <p:nvPr>
            <p:ph idx="4" type="pic"/>
          </p:nvPr>
        </p:nvSpPr>
        <p:spPr>
          <a:xfrm>
            <a:off x="3588150" y="2027104"/>
            <a:ext cx="1967700" cy="13116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 - Alt 2">
  <p:cSld name="CUSTOM_2_1_1_1">
    <p:bg>
      <p:bgPr>
        <a:solidFill>
          <a:schemeClr val="accent1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modern glass skyscraper. " id="231" name="Google Shape;231;p25"/>
          <p:cNvPicPr preferRelativeResize="0"/>
          <p:nvPr/>
        </p:nvPicPr>
        <p:blipFill rotWithShape="1">
          <a:blip r:embed="rId2">
            <a:alphaModFix amt="14000"/>
          </a:blip>
          <a:srcRect b="15604" l="0" r="0" t="0"/>
          <a:stretch/>
        </p:blipFill>
        <p:spPr>
          <a:xfrm>
            <a:off x="0" y="-8150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3" name="Google Shape;233;p25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25"/>
          <p:cNvSpPr txBox="1"/>
          <p:nvPr>
            <p:ph idx="2" type="subTitle"/>
          </p:nvPr>
        </p:nvSpPr>
        <p:spPr>
          <a:xfrm>
            <a:off x="2490450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35" name="Google Shape;235;p25"/>
          <p:cNvSpPr txBox="1"/>
          <p:nvPr>
            <p:ph type="title"/>
          </p:nvPr>
        </p:nvSpPr>
        <p:spPr>
          <a:xfrm>
            <a:off x="1128900" y="1430400"/>
            <a:ext cx="6886200" cy="228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verview - Six modules">
  <p:cSld name="CUSTOM_3">
    <p:bg>
      <p:bgPr>
        <a:solidFill>
          <a:schemeClr val="lt1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7" name="Google Shape;237;p26"/>
          <p:cNvCxnSpPr/>
          <p:nvPr/>
        </p:nvCxnSpPr>
        <p:spPr>
          <a:xfrm>
            <a:off x="6096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6"/>
          <p:cNvCxnSpPr/>
          <p:nvPr/>
        </p:nvCxnSpPr>
        <p:spPr>
          <a:xfrm>
            <a:off x="3048087" y="1794800"/>
            <a:ext cx="0" cy="2755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6"/>
          <p:cNvCxnSpPr/>
          <p:nvPr/>
        </p:nvCxnSpPr>
        <p:spPr>
          <a:xfrm>
            <a:off x="50" y="3174279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0" name="Google Shape;240;p26"/>
          <p:cNvSpPr txBox="1"/>
          <p:nvPr>
            <p:ph idx="1" type="subTitle"/>
          </p:nvPr>
        </p:nvSpPr>
        <p:spPr>
          <a:xfrm>
            <a:off x="363200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1" name="Google Shape;241;p26"/>
          <p:cNvSpPr txBox="1"/>
          <p:nvPr>
            <p:ph idx="2" type="subTitle"/>
          </p:nvPr>
        </p:nvSpPr>
        <p:spPr>
          <a:xfrm>
            <a:off x="361975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2" name="Google Shape;242;p26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3" name="Google Shape;243;p26"/>
          <p:cNvSpPr txBox="1"/>
          <p:nvPr>
            <p:ph idx="3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4" name="Google Shape;244;p26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5" name="Google Shape;245;p26"/>
          <p:cNvSpPr txBox="1"/>
          <p:nvPr>
            <p:ph idx="4" type="subTitle"/>
          </p:nvPr>
        </p:nvSpPr>
        <p:spPr>
          <a:xfrm>
            <a:off x="341182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26"/>
          <p:cNvSpPr txBox="1"/>
          <p:nvPr>
            <p:ph idx="5" type="subTitle"/>
          </p:nvPr>
        </p:nvSpPr>
        <p:spPr>
          <a:xfrm>
            <a:off x="341060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7" name="Google Shape;247;p26"/>
          <p:cNvSpPr txBox="1"/>
          <p:nvPr>
            <p:ph idx="6" type="subTitle"/>
          </p:nvPr>
        </p:nvSpPr>
        <p:spPr>
          <a:xfrm>
            <a:off x="6460475" y="2516650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6"/>
          <p:cNvSpPr txBox="1"/>
          <p:nvPr>
            <p:ph idx="7" type="subTitle"/>
          </p:nvPr>
        </p:nvSpPr>
        <p:spPr>
          <a:xfrm>
            <a:off x="6459250" y="2227250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49" name="Google Shape;249;p26"/>
          <p:cNvSpPr txBox="1"/>
          <p:nvPr>
            <p:ph idx="8" type="subTitle"/>
          </p:nvPr>
        </p:nvSpPr>
        <p:spPr>
          <a:xfrm>
            <a:off x="363200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0" name="Google Shape;250;p26"/>
          <p:cNvSpPr txBox="1"/>
          <p:nvPr>
            <p:ph idx="9" type="subTitle"/>
          </p:nvPr>
        </p:nvSpPr>
        <p:spPr>
          <a:xfrm>
            <a:off x="361975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1" name="Google Shape;251;p26"/>
          <p:cNvSpPr txBox="1"/>
          <p:nvPr>
            <p:ph idx="13" type="subTitle"/>
          </p:nvPr>
        </p:nvSpPr>
        <p:spPr>
          <a:xfrm>
            <a:off x="341182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2" name="Google Shape;252;p26"/>
          <p:cNvSpPr txBox="1"/>
          <p:nvPr>
            <p:ph idx="14" type="subTitle"/>
          </p:nvPr>
        </p:nvSpPr>
        <p:spPr>
          <a:xfrm>
            <a:off x="341060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3" name="Google Shape;253;p26"/>
          <p:cNvSpPr txBox="1"/>
          <p:nvPr>
            <p:ph idx="15" type="subTitle"/>
          </p:nvPr>
        </p:nvSpPr>
        <p:spPr>
          <a:xfrm>
            <a:off x="6460475" y="3864775"/>
            <a:ext cx="23217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4" name="Google Shape;254;p26"/>
          <p:cNvSpPr txBox="1"/>
          <p:nvPr>
            <p:ph idx="16" type="subTitle"/>
          </p:nvPr>
        </p:nvSpPr>
        <p:spPr>
          <a:xfrm>
            <a:off x="6459250" y="3575375"/>
            <a:ext cx="23217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DM Sans Light"/>
              <a:buNone/>
              <a:defRPr sz="1000">
                <a:solidFill>
                  <a:schemeClr val="accent2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1">
  <p:cSld name="CUSTOM_4"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/>
          <p:nvPr>
            <p:ph idx="1" type="subTitle"/>
          </p:nvPr>
        </p:nvSpPr>
        <p:spPr>
          <a:xfrm>
            <a:off x="742900" y="2158550"/>
            <a:ext cx="32130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57" name="Google Shape;257;p27"/>
          <p:cNvSpPr txBox="1"/>
          <p:nvPr>
            <p:ph idx="2" type="body"/>
          </p:nvPr>
        </p:nvSpPr>
        <p:spPr>
          <a:xfrm>
            <a:off x="742900" y="2381875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58" name="Google Shape;258;p27"/>
          <p:cNvSpPr/>
          <p:nvPr>
            <p:ph idx="3" type="pic"/>
          </p:nvPr>
        </p:nvSpPr>
        <p:spPr>
          <a:xfrm>
            <a:off x="5402575" y="0"/>
            <a:ext cx="3739800" cy="31296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27"/>
          <p:cNvSpPr txBox="1"/>
          <p:nvPr>
            <p:ph type="title"/>
          </p:nvPr>
        </p:nvSpPr>
        <p:spPr>
          <a:xfrm>
            <a:off x="361975" y="988550"/>
            <a:ext cx="42972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/>
            </a:lvl9pPr>
          </a:lstStyle>
          <a:p/>
        </p:txBody>
      </p:sp>
      <p:sp>
        <p:nvSpPr>
          <p:cNvPr id="260" name="Google Shape;260;p27"/>
          <p:cNvSpPr txBox="1"/>
          <p:nvPr>
            <p:ph idx="4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1" name="Google Shape;261;p27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2" name="Google Shape;262;p27"/>
          <p:cNvSpPr txBox="1"/>
          <p:nvPr>
            <p:ph idx="5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3" name="Google Shape;263;p27"/>
          <p:cNvSpPr txBox="1"/>
          <p:nvPr>
            <p:ph idx="6" type="subTitle"/>
          </p:nvPr>
        </p:nvSpPr>
        <p:spPr>
          <a:xfrm>
            <a:off x="5785175" y="3335324"/>
            <a:ext cx="299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64" name="Google Shape;264;p27"/>
          <p:cNvSpPr txBox="1"/>
          <p:nvPr>
            <p:ph idx="7" type="subTitle"/>
          </p:nvPr>
        </p:nvSpPr>
        <p:spPr>
          <a:xfrm>
            <a:off x="742900" y="3910855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5" name="Google Shape;265;p27"/>
          <p:cNvSpPr txBox="1"/>
          <p:nvPr>
            <p:ph idx="8" type="body"/>
          </p:nvPr>
        </p:nvSpPr>
        <p:spPr>
          <a:xfrm>
            <a:off x="742900" y="4134180"/>
            <a:ext cx="3213000" cy="4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6" name="Google Shape;266;p27"/>
          <p:cNvSpPr txBox="1"/>
          <p:nvPr>
            <p:ph idx="9" type="subTitle"/>
          </p:nvPr>
        </p:nvSpPr>
        <p:spPr>
          <a:xfrm>
            <a:off x="742900" y="3050778"/>
            <a:ext cx="3213000" cy="1386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SemiBold"/>
              <a:buNone/>
              <a:defRPr sz="1000">
                <a:latin typeface="DM Sans SemiBold"/>
                <a:ea typeface="DM Sans SemiBold"/>
                <a:cs typeface="DM Sans SemiBold"/>
                <a:sym typeface="DM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SemiBold"/>
              <a:buNone/>
              <a:defRPr>
                <a:latin typeface="DM Sans SemiBold"/>
                <a:ea typeface="DM Sans SemiBold"/>
                <a:cs typeface="DM Sans SemiBold"/>
                <a:sym typeface="DM Sans SemiBold"/>
              </a:defRPr>
            </a:lvl9pPr>
          </a:lstStyle>
          <a:p/>
        </p:txBody>
      </p:sp>
      <p:sp>
        <p:nvSpPr>
          <p:cNvPr id="267" name="Google Shape;267;p27"/>
          <p:cNvSpPr txBox="1"/>
          <p:nvPr>
            <p:ph idx="13" type="body"/>
          </p:nvPr>
        </p:nvSpPr>
        <p:spPr>
          <a:xfrm>
            <a:off x="742900" y="3274103"/>
            <a:ext cx="3213000" cy="4617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68" name="Google Shape;268;p27"/>
          <p:cNvSpPr txBox="1"/>
          <p:nvPr>
            <p:ph idx="14" type="body"/>
          </p:nvPr>
        </p:nvSpPr>
        <p:spPr>
          <a:xfrm>
            <a:off x="5785175" y="4134175"/>
            <a:ext cx="2991600" cy="461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- Alt 2">
  <p:cSld name="CUSTOM_4_1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8"/>
          <p:cNvSpPr/>
          <p:nvPr>
            <p:ph idx="2" type="pic"/>
          </p:nvPr>
        </p:nvSpPr>
        <p:spPr>
          <a:xfrm>
            <a:off x="75" y="0"/>
            <a:ext cx="2853300" cy="2436600"/>
          </a:xfrm>
          <a:prstGeom prst="rect">
            <a:avLst/>
          </a:prstGeom>
          <a:noFill/>
          <a:ln>
            <a:noFill/>
          </a:ln>
        </p:spPr>
      </p:sp>
      <p:sp>
        <p:nvSpPr>
          <p:cNvPr id="271" name="Google Shape;271;p28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28"/>
          <p:cNvSpPr txBox="1"/>
          <p:nvPr>
            <p:ph idx="1" type="subTitle"/>
          </p:nvPr>
        </p:nvSpPr>
        <p:spPr>
          <a:xfrm>
            <a:off x="361975" y="2614325"/>
            <a:ext cx="20616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Four members">
  <p:cSld name="CUSTOM_5">
    <p:bg>
      <p:bgPr>
        <a:solidFill>
          <a:schemeClr val="lt1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 txBox="1"/>
          <p:nvPr>
            <p:ph idx="1" type="body"/>
          </p:nvPr>
        </p:nvSpPr>
        <p:spPr>
          <a:xfrm>
            <a:off x="3528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5" name="Google Shape;275;p29"/>
          <p:cNvSpPr txBox="1"/>
          <p:nvPr>
            <p:ph idx="2" type="body"/>
          </p:nvPr>
        </p:nvSpPr>
        <p:spPr>
          <a:xfrm>
            <a:off x="7187875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6" name="Google Shape;276;p29"/>
          <p:cNvSpPr txBox="1"/>
          <p:nvPr>
            <p:ph idx="3" type="body"/>
          </p:nvPr>
        </p:nvSpPr>
        <p:spPr>
          <a:xfrm>
            <a:off x="4924400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7" name="Google Shape;277;p29"/>
          <p:cNvSpPr txBox="1"/>
          <p:nvPr>
            <p:ph idx="4" type="body"/>
          </p:nvPr>
        </p:nvSpPr>
        <p:spPr>
          <a:xfrm>
            <a:off x="2643063" y="3754932"/>
            <a:ext cx="1588800" cy="68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●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○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Char char="■"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78" name="Google Shape;278;p29"/>
          <p:cNvSpPr/>
          <p:nvPr>
            <p:ph idx="5" type="pic"/>
          </p:nvPr>
        </p:nvSpPr>
        <p:spPr>
          <a:xfrm>
            <a:off x="2941550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79" name="Google Shape;279;p29"/>
          <p:cNvSpPr/>
          <p:nvPr>
            <p:ph idx="6" type="pic"/>
          </p:nvPr>
        </p:nvSpPr>
        <p:spPr>
          <a:xfrm>
            <a:off x="52270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0" name="Google Shape;280;p29"/>
          <p:cNvSpPr/>
          <p:nvPr>
            <p:ph idx="7" type="pic"/>
          </p:nvPr>
        </p:nvSpPr>
        <p:spPr>
          <a:xfrm>
            <a:off x="7495263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281" name="Google Shape;281;p29"/>
          <p:cNvCxnSpPr/>
          <p:nvPr/>
        </p:nvCxnSpPr>
        <p:spPr>
          <a:xfrm>
            <a:off x="22861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2" name="Google Shape;282;p29"/>
          <p:cNvCxnSpPr/>
          <p:nvPr/>
        </p:nvCxnSpPr>
        <p:spPr>
          <a:xfrm>
            <a:off x="458052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3" name="Google Shape;283;p29"/>
          <p:cNvCxnSpPr/>
          <p:nvPr/>
        </p:nvCxnSpPr>
        <p:spPr>
          <a:xfrm>
            <a:off x="6857075" y="1801500"/>
            <a:ext cx="0" cy="3342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4" name="Google Shape;284;p29"/>
          <p:cNvSpPr/>
          <p:nvPr>
            <p:ph idx="8" type="pic"/>
          </p:nvPr>
        </p:nvSpPr>
        <p:spPr>
          <a:xfrm>
            <a:off x="651288" y="1923334"/>
            <a:ext cx="991800" cy="991800"/>
          </a:xfrm>
          <a:prstGeom prst="rect">
            <a:avLst/>
          </a:prstGeom>
          <a:noFill/>
          <a:ln>
            <a:noFill/>
          </a:ln>
        </p:spPr>
      </p:sp>
      <p:sp>
        <p:nvSpPr>
          <p:cNvPr id="285" name="Google Shape;285;p29"/>
          <p:cNvSpPr txBox="1"/>
          <p:nvPr>
            <p:ph type="title"/>
          </p:nvPr>
        </p:nvSpPr>
        <p:spPr>
          <a:xfrm>
            <a:off x="361975" y="962092"/>
            <a:ext cx="5718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9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9"/>
          <p:cNvSpPr txBox="1"/>
          <p:nvPr>
            <p:ph idx="9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9"/>
          <p:cNvSpPr txBox="1"/>
          <p:nvPr>
            <p:ph idx="13" type="subTitle"/>
          </p:nvPr>
        </p:nvSpPr>
        <p:spPr>
          <a:xfrm>
            <a:off x="3532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89" name="Google Shape;289;p29"/>
          <p:cNvSpPr txBox="1"/>
          <p:nvPr>
            <p:ph idx="14" type="subTitle"/>
          </p:nvPr>
        </p:nvSpPr>
        <p:spPr>
          <a:xfrm>
            <a:off x="3532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0" name="Google Shape;290;p29"/>
          <p:cNvSpPr txBox="1"/>
          <p:nvPr>
            <p:ph idx="15" type="subTitle"/>
          </p:nvPr>
        </p:nvSpPr>
        <p:spPr>
          <a:xfrm>
            <a:off x="3532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1" name="Google Shape;291;p29"/>
          <p:cNvSpPr txBox="1"/>
          <p:nvPr>
            <p:ph idx="16" type="subTitle"/>
          </p:nvPr>
        </p:nvSpPr>
        <p:spPr>
          <a:xfrm>
            <a:off x="7188325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2" name="Google Shape;292;p29"/>
          <p:cNvSpPr txBox="1"/>
          <p:nvPr>
            <p:ph idx="17" type="subTitle"/>
          </p:nvPr>
        </p:nvSpPr>
        <p:spPr>
          <a:xfrm>
            <a:off x="7188325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3" name="Google Shape;293;p29"/>
          <p:cNvSpPr txBox="1"/>
          <p:nvPr>
            <p:ph idx="18" type="subTitle"/>
          </p:nvPr>
        </p:nvSpPr>
        <p:spPr>
          <a:xfrm>
            <a:off x="7188325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4" name="Google Shape;294;p29"/>
          <p:cNvSpPr txBox="1"/>
          <p:nvPr>
            <p:ph idx="19" type="subTitle"/>
          </p:nvPr>
        </p:nvSpPr>
        <p:spPr>
          <a:xfrm>
            <a:off x="4924850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5" name="Google Shape;295;p29"/>
          <p:cNvSpPr txBox="1"/>
          <p:nvPr>
            <p:ph idx="20" type="subTitle"/>
          </p:nvPr>
        </p:nvSpPr>
        <p:spPr>
          <a:xfrm>
            <a:off x="4924850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6" name="Google Shape;296;p29"/>
          <p:cNvSpPr txBox="1"/>
          <p:nvPr>
            <p:ph idx="21" type="subTitle"/>
          </p:nvPr>
        </p:nvSpPr>
        <p:spPr>
          <a:xfrm>
            <a:off x="4924850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297" name="Google Shape;297;p29"/>
          <p:cNvSpPr txBox="1"/>
          <p:nvPr>
            <p:ph idx="22" type="subTitle"/>
          </p:nvPr>
        </p:nvSpPr>
        <p:spPr>
          <a:xfrm>
            <a:off x="2643513" y="3248209"/>
            <a:ext cx="1587900" cy="1878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None/>
              <a:defRPr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None/>
              <a:defRPr sz="1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298" name="Google Shape;298;p29"/>
          <p:cNvSpPr txBox="1"/>
          <p:nvPr>
            <p:ph idx="23" type="subTitle"/>
          </p:nvPr>
        </p:nvSpPr>
        <p:spPr>
          <a:xfrm>
            <a:off x="2643513" y="3050375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99" name="Google Shape;299;p29"/>
          <p:cNvSpPr txBox="1"/>
          <p:nvPr>
            <p:ph idx="24" type="subTitle"/>
          </p:nvPr>
        </p:nvSpPr>
        <p:spPr>
          <a:xfrm>
            <a:off x="2643513" y="4598973"/>
            <a:ext cx="15879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DM Sans Light"/>
              <a:buNone/>
              <a:defRPr sz="900">
                <a:solidFill>
                  <a:schemeClr val="accent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DM Sans Light"/>
              <a:buNone/>
              <a:defRPr sz="900">
                <a:solidFill>
                  <a:schemeClr val="dk1"/>
                </a:solidFill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- Eight members">
  <p:cSld name="CUSTOM_6"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/>
          <p:nvPr>
            <p:ph idx="1" type="subTitle"/>
          </p:nvPr>
        </p:nvSpPr>
        <p:spPr>
          <a:xfrm>
            <a:off x="675060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2" name="Google Shape;302;p30"/>
          <p:cNvSpPr txBox="1"/>
          <p:nvPr>
            <p:ph idx="2" type="subTitle"/>
          </p:nvPr>
        </p:nvSpPr>
        <p:spPr>
          <a:xfrm>
            <a:off x="675060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3" name="Google Shape;303;p30"/>
          <p:cNvSpPr txBox="1"/>
          <p:nvPr>
            <p:ph idx="3" type="subTitle"/>
          </p:nvPr>
        </p:nvSpPr>
        <p:spPr>
          <a:xfrm>
            <a:off x="675060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4" name="Google Shape;304;p30"/>
          <p:cNvSpPr/>
          <p:nvPr>
            <p:ph idx="4" type="pic"/>
          </p:nvPr>
        </p:nvSpPr>
        <p:spPr>
          <a:xfrm>
            <a:off x="608070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5" name="Google Shape;305;p30"/>
          <p:cNvSpPr txBox="1"/>
          <p:nvPr>
            <p:ph idx="5" type="subTitle"/>
          </p:nvPr>
        </p:nvSpPr>
        <p:spPr>
          <a:xfrm>
            <a:off x="3824550" y="1283963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06" name="Google Shape;306;p30"/>
          <p:cNvSpPr txBox="1"/>
          <p:nvPr>
            <p:ph idx="6" type="subTitle"/>
          </p:nvPr>
        </p:nvSpPr>
        <p:spPr>
          <a:xfrm>
            <a:off x="3824550" y="105475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07" name="Google Shape;307;p30"/>
          <p:cNvSpPr txBox="1"/>
          <p:nvPr>
            <p:ph idx="7" type="subTitle"/>
          </p:nvPr>
        </p:nvSpPr>
        <p:spPr>
          <a:xfrm>
            <a:off x="3824550" y="1427900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08" name="Google Shape;308;p30"/>
          <p:cNvSpPr/>
          <p:nvPr>
            <p:ph idx="8" type="pic"/>
          </p:nvPr>
        </p:nvSpPr>
        <p:spPr>
          <a:xfrm>
            <a:off x="3154659" y="1066100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09" name="Google Shape;309;p30"/>
          <p:cNvSpPr txBox="1"/>
          <p:nvPr>
            <p:ph idx="9" type="subTitle"/>
          </p:nvPr>
        </p:nvSpPr>
        <p:spPr>
          <a:xfrm>
            <a:off x="675060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0" name="Google Shape;310;p30"/>
          <p:cNvSpPr txBox="1"/>
          <p:nvPr>
            <p:ph idx="13" type="subTitle"/>
          </p:nvPr>
        </p:nvSpPr>
        <p:spPr>
          <a:xfrm>
            <a:off x="675060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1" name="Google Shape;311;p30"/>
          <p:cNvSpPr txBox="1"/>
          <p:nvPr>
            <p:ph idx="14" type="subTitle"/>
          </p:nvPr>
        </p:nvSpPr>
        <p:spPr>
          <a:xfrm>
            <a:off x="675060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2" name="Google Shape;312;p30"/>
          <p:cNvSpPr/>
          <p:nvPr>
            <p:ph idx="15" type="pic"/>
          </p:nvPr>
        </p:nvSpPr>
        <p:spPr>
          <a:xfrm>
            <a:off x="608070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3" name="Google Shape;313;p30"/>
          <p:cNvSpPr txBox="1"/>
          <p:nvPr>
            <p:ph idx="16" type="subTitle"/>
          </p:nvPr>
        </p:nvSpPr>
        <p:spPr>
          <a:xfrm>
            <a:off x="3824550" y="2193728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4" name="Google Shape;314;p30"/>
          <p:cNvSpPr txBox="1"/>
          <p:nvPr>
            <p:ph idx="17" type="subTitle"/>
          </p:nvPr>
        </p:nvSpPr>
        <p:spPr>
          <a:xfrm>
            <a:off x="3824550" y="196451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5" name="Google Shape;315;p30"/>
          <p:cNvSpPr txBox="1"/>
          <p:nvPr>
            <p:ph idx="18" type="subTitle"/>
          </p:nvPr>
        </p:nvSpPr>
        <p:spPr>
          <a:xfrm>
            <a:off x="3824550" y="2337664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16" name="Google Shape;316;p30"/>
          <p:cNvSpPr/>
          <p:nvPr>
            <p:ph idx="19" type="pic"/>
          </p:nvPr>
        </p:nvSpPr>
        <p:spPr>
          <a:xfrm>
            <a:off x="3154659" y="1975864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17" name="Google Shape;317;p30"/>
          <p:cNvSpPr txBox="1"/>
          <p:nvPr>
            <p:ph idx="20" type="subTitle"/>
          </p:nvPr>
        </p:nvSpPr>
        <p:spPr>
          <a:xfrm>
            <a:off x="675060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18" name="Google Shape;318;p30"/>
          <p:cNvSpPr txBox="1"/>
          <p:nvPr>
            <p:ph idx="21" type="subTitle"/>
          </p:nvPr>
        </p:nvSpPr>
        <p:spPr>
          <a:xfrm>
            <a:off x="675060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9" name="Google Shape;319;p30"/>
          <p:cNvSpPr txBox="1"/>
          <p:nvPr>
            <p:ph idx="22" type="subTitle"/>
          </p:nvPr>
        </p:nvSpPr>
        <p:spPr>
          <a:xfrm>
            <a:off x="675060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0" name="Google Shape;320;p30"/>
          <p:cNvSpPr/>
          <p:nvPr>
            <p:ph idx="23" type="pic"/>
          </p:nvPr>
        </p:nvSpPr>
        <p:spPr>
          <a:xfrm>
            <a:off x="608070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1" name="Google Shape;321;p30"/>
          <p:cNvSpPr txBox="1"/>
          <p:nvPr>
            <p:ph idx="24" type="subTitle"/>
          </p:nvPr>
        </p:nvSpPr>
        <p:spPr>
          <a:xfrm>
            <a:off x="3824550" y="3101715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2" name="Google Shape;322;p30"/>
          <p:cNvSpPr txBox="1"/>
          <p:nvPr>
            <p:ph idx="25" type="subTitle"/>
          </p:nvPr>
        </p:nvSpPr>
        <p:spPr>
          <a:xfrm>
            <a:off x="3824550" y="287250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3" name="Google Shape;323;p30"/>
          <p:cNvSpPr txBox="1"/>
          <p:nvPr>
            <p:ph idx="26" type="subTitle"/>
          </p:nvPr>
        </p:nvSpPr>
        <p:spPr>
          <a:xfrm>
            <a:off x="3824550" y="3245652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4" name="Google Shape;324;p30"/>
          <p:cNvSpPr/>
          <p:nvPr>
            <p:ph idx="27" type="pic"/>
          </p:nvPr>
        </p:nvSpPr>
        <p:spPr>
          <a:xfrm>
            <a:off x="3154659" y="2883852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5" name="Google Shape;325;p30"/>
          <p:cNvSpPr txBox="1"/>
          <p:nvPr>
            <p:ph idx="28" type="subTitle"/>
          </p:nvPr>
        </p:nvSpPr>
        <p:spPr>
          <a:xfrm>
            <a:off x="675060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26" name="Google Shape;326;p30"/>
          <p:cNvSpPr txBox="1"/>
          <p:nvPr>
            <p:ph idx="29" type="subTitle"/>
          </p:nvPr>
        </p:nvSpPr>
        <p:spPr>
          <a:xfrm>
            <a:off x="675060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7" name="Google Shape;327;p30"/>
          <p:cNvSpPr txBox="1"/>
          <p:nvPr>
            <p:ph idx="30" type="subTitle"/>
          </p:nvPr>
        </p:nvSpPr>
        <p:spPr>
          <a:xfrm>
            <a:off x="675060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28" name="Google Shape;328;p30"/>
          <p:cNvSpPr/>
          <p:nvPr>
            <p:ph idx="31" type="pic"/>
          </p:nvPr>
        </p:nvSpPr>
        <p:spPr>
          <a:xfrm>
            <a:off x="608070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30"/>
          <p:cNvSpPr txBox="1"/>
          <p:nvPr>
            <p:ph idx="32" type="subTitle"/>
          </p:nvPr>
        </p:nvSpPr>
        <p:spPr>
          <a:xfrm>
            <a:off x="3824550" y="4022919"/>
            <a:ext cx="2026200" cy="187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30" name="Google Shape;330;p30"/>
          <p:cNvSpPr txBox="1"/>
          <p:nvPr>
            <p:ph idx="33" type="subTitle"/>
          </p:nvPr>
        </p:nvSpPr>
        <p:spPr>
          <a:xfrm>
            <a:off x="3824550" y="379370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31" name="Google Shape;331;p30"/>
          <p:cNvSpPr txBox="1"/>
          <p:nvPr>
            <p:ph idx="34" type="subTitle"/>
          </p:nvPr>
        </p:nvSpPr>
        <p:spPr>
          <a:xfrm>
            <a:off x="3824550" y="4166856"/>
            <a:ext cx="2026200" cy="219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DM Sans Light"/>
              <a:buNone/>
              <a:defRPr sz="9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32" name="Google Shape;332;p30"/>
          <p:cNvSpPr/>
          <p:nvPr>
            <p:ph idx="35" type="pic"/>
          </p:nvPr>
        </p:nvSpPr>
        <p:spPr>
          <a:xfrm>
            <a:off x="3154659" y="3805056"/>
            <a:ext cx="530400" cy="530400"/>
          </a:xfrm>
          <a:prstGeom prst="rect">
            <a:avLst/>
          </a:prstGeom>
          <a:noFill/>
          <a:ln>
            <a:noFill/>
          </a:ln>
        </p:spPr>
      </p:sp>
      <p:sp>
        <p:nvSpPr>
          <p:cNvPr id="333" name="Google Shape;333;p30"/>
          <p:cNvSpPr txBox="1"/>
          <p:nvPr>
            <p:ph type="title"/>
          </p:nvPr>
        </p:nvSpPr>
        <p:spPr>
          <a:xfrm>
            <a:off x="361975" y="962100"/>
            <a:ext cx="24507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4" name="Google Shape;334;p30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5" name="Google Shape;335;p30"/>
          <p:cNvSpPr txBox="1"/>
          <p:nvPr>
            <p:ph idx="3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potlight - Alt 2">
  <p:cSld name="CUSTOM_7_1">
    <p:bg>
      <p:bgPr>
        <a:solidFill>
          <a:schemeClr val="accent2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1"/>
          <p:cNvSpPr/>
          <p:nvPr/>
        </p:nvSpPr>
        <p:spPr>
          <a:xfrm>
            <a:off x="0" y="0"/>
            <a:ext cx="45675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38" name="Google Shape;338;p31"/>
          <p:cNvSpPr txBox="1"/>
          <p:nvPr>
            <p:ph type="title"/>
          </p:nvPr>
        </p:nvSpPr>
        <p:spPr>
          <a:xfrm>
            <a:off x="4975925" y="989088"/>
            <a:ext cx="37836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339" name="Google Shape;339;p31"/>
          <p:cNvSpPr/>
          <p:nvPr>
            <p:ph idx="2" type="pic"/>
          </p:nvPr>
        </p:nvSpPr>
        <p:spPr>
          <a:xfrm flipH="1">
            <a:off x="953803" y="1066100"/>
            <a:ext cx="2664300" cy="3002700"/>
          </a:xfrm>
          <a:prstGeom prst="rect">
            <a:avLst/>
          </a:prstGeom>
          <a:noFill/>
          <a:ln>
            <a:noFill/>
          </a:ln>
        </p:spPr>
      </p:sp>
      <p:sp>
        <p:nvSpPr>
          <p:cNvPr id="340" name="Google Shape;340;p31"/>
          <p:cNvSpPr txBox="1"/>
          <p:nvPr>
            <p:ph idx="1" type="body"/>
          </p:nvPr>
        </p:nvSpPr>
        <p:spPr>
          <a:xfrm>
            <a:off x="4975925" y="4125662"/>
            <a:ext cx="3783600" cy="461700"/>
          </a:xfrm>
          <a:prstGeom prst="rect">
            <a:avLst/>
          </a:prstGeom>
          <a:noFill/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●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○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DM Sans Light"/>
              <a:buChar char="■"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1" name="Google Shape;341;p31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2" name="Google Shape;342;p31"/>
          <p:cNvSpPr txBox="1"/>
          <p:nvPr>
            <p:ph idx="3" type="body"/>
          </p:nvPr>
        </p:nvSpPr>
        <p:spPr>
          <a:xfrm>
            <a:off x="4975925" y="1943891"/>
            <a:ext cx="3783600" cy="12432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1pPr>
            <a:lvl2pPr indent="-3302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3pPr>
            <a:lvl4pPr indent="-3302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4pPr>
            <a:lvl5pPr indent="-3302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5pPr>
            <a:lvl6pPr indent="-3302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6pPr>
            <a:lvl7pPr indent="-3302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●"/>
              <a:defRPr sz="1600">
                <a:latin typeface="Newsreader"/>
                <a:ea typeface="Newsreader"/>
                <a:cs typeface="Newsreader"/>
                <a:sym typeface="Newsreader"/>
              </a:defRPr>
            </a:lvl7pPr>
            <a:lvl8pPr indent="-3302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○"/>
              <a:defRPr sz="1600">
                <a:latin typeface="Newsreader"/>
                <a:ea typeface="Newsreader"/>
                <a:cs typeface="Newsreader"/>
                <a:sym typeface="Newsreader"/>
              </a:defRPr>
            </a:lvl8pPr>
            <a:lvl9pPr indent="-3302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Newsreader"/>
              <a:buChar char="■"/>
              <a:defRPr sz="1600">
                <a:latin typeface="Newsreader"/>
                <a:ea typeface="Newsreader"/>
                <a:cs typeface="Newsreader"/>
                <a:sym typeface="Newsreader"/>
              </a:defRPr>
            </a:lvl9pPr>
          </a:lstStyle>
          <a:p/>
        </p:txBody>
      </p:sp>
      <p:sp>
        <p:nvSpPr>
          <p:cNvPr id="343" name="Google Shape;343;p31"/>
          <p:cNvSpPr txBox="1"/>
          <p:nvPr>
            <p:ph idx="4" type="subTitle"/>
          </p:nvPr>
        </p:nvSpPr>
        <p:spPr>
          <a:xfrm>
            <a:off x="4975925" y="732775"/>
            <a:ext cx="37836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DM Sans Light"/>
              <a:buNone/>
              <a:defRPr>
                <a:latin typeface="DM Sans Light"/>
                <a:ea typeface="DM Sans Light"/>
                <a:cs typeface="DM Sans Light"/>
                <a:sym typeface="DM Sans Light"/>
              </a:defRPr>
            </a:lvl9pPr>
          </a:lstStyle>
          <a:p/>
        </p:txBody>
      </p:sp>
      <p:sp>
        <p:nvSpPr>
          <p:cNvPr id="344" name="Google Shape;344;p31"/>
          <p:cNvSpPr txBox="1"/>
          <p:nvPr>
            <p:ph idx="5" type="subTitle"/>
          </p:nvPr>
        </p:nvSpPr>
        <p:spPr>
          <a:xfrm>
            <a:off x="4975925" y="1647132"/>
            <a:ext cx="3783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345" name="Google Shape;345;p31"/>
          <p:cNvSpPr txBox="1"/>
          <p:nvPr>
            <p:ph idx="6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DM Sans"/>
              <a:buNone/>
              <a:defRPr sz="7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r chart background">
  <p:cSld name="CUSTOM_8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7" name="Google Shape;347;p32"/>
          <p:cNvGrpSpPr/>
          <p:nvPr/>
        </p:nvGrpSpPr>
        <p:grpSpPr>
          <a:xfrm>
            <a:off x="49" y="514398"/>
            <a:ext cx="9144297" cy="4115162"/>
            <a:chOff x="-18500" y="514395"/>
            <a:chExt cx="9219900" cy="4115162"/>
          </a:xfrm>
        </p:grpSpPr>
        <p:cxnSp>
          <p:nvCxnSpPr>
            <p:cNvPr id="348" name="Google Shape;348;p32"/>
            <p:cNvCxnSpPr/>
            <p:nvPr/>
          </p:nvCxnSpPr>
          <p:spPr>
            <a:xfrm>
              <a:off x="-18500" y="1028790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9" name="Google Shape;349;p32"/>
            <p:cNvCxnSpPr/>
            <p:nvPr/>
          </p:nvCxnSpPr>
          <p:spPr>
            <a:xfrm>
              <a:off x="-18500" y="462955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0" name="Google Shape;350;p32"/>
            <p:cNvCxnSpPr/>
            <p:nvPr/>
          </p:nvCxnSpPr>
          <p:spPr>
            <a:xfrm>
              <a:off x="-18500" y="4115162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1" name="Google Shape;351;p32"/>
            <p:cNvCxnSpPr/>
            <p:nvPr/>
          </p:nvCxnSpPr>
          <p:spPr>
            <a:xfrm>
              <a:off x="-18500" y="3600767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2" name="Google Shape;352;p32"/>
            <p:cNvCxnSpPr/>
            <p:nvPr/>
          </p:nvCxnSpPr>
          <p:spPr>
            <a:xfrm>
              <a:off x="-18500" y="308637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3" name="Google Shape;353;p32"/>
            <p:cNvCxnSpPr/>
            <p:nvPr/>
          </p:nvCxnSpPr>
          <p:spPr>
            <a:xfrm>
              <a:off x="-18500" y="257197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4" name="Google Shape;354;p32"/>
            <p:cNvCxnSpPr/>
            <p:nvPr/>
          </p:nvCxnSpPr>
          <p:spPr>
            <a:xfrm>
              <a:off x="-18500" y="2057581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5" name="Google Shape;355;p32"/>
            <p:cNvCxnSpPr/>
            <p:nvPr/>
          </p:nvCxnSpPr>
          <p:spPr>
            <a:xfrm>
              <a:off x="-18500" y="1543186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56" name="Google Shape;356;p32"/>
            <p:cNvCxnSpPr/>
            <p:nvPr/>
          </p:nvCxnSpPr>
          <p:spPr>
            <a:xfrm>
              <a:off x="-18500" y="514395"/>
              <a:ext cx="9219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7" name="Google Shape;357;p32"/>
          <p:cNvSpPr txBox="1"/>
          <p:nvPr>
            <p:ph idx="12" type="sldNum"/>
          </p:nvPr>
        </p:nvSpPr>
        <p:spPr>
          <a:xfrm>
            <a:off x="8227975" y="217725"/>
            <a:ext cx="548700" cy="2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0" wrap="square" tIns="91425">
            <a:noAutofit/>
          </a:bodyPr>
          <a:lstStyle>
            <a:lvl1pPr lvl="0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r">
              <a:buNone/>
              <a:defRPr sz="7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8" name="Google Shape;358;p32"/>
          <p:cNvSpPr txBox="1"/>
          <p:nvPr>
            <p:ph idx="1" type="subTitle"/>
          </p:nvPr>
        </p:nvSpPr>
        <p:spPr>
          <a:xfrm>
            <a:off x="361975" y="217725"/>
            <a:ext cx="4163100" cy="23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00"/>
              <a:buFont typeface="DM Sans"/>
              <a:buNone/>
              <a:defRPr sz="700"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9" name="Google Shape;359;p32"/>
          <p:cNvSpPr txBox="1"/>
          <p:nvPr>
            <p:ph idx="2" type="subTitle"/>
          </p:nvPr>
        </p:nvSpPr>
        <p:spPr>
          <a:xfrm>
            <a:off x="361975" y="732775"/>
            <a:ext cx="4163100" cy="138600"/>
          </a:xfrm>
          <a:prstGeom prst="rect">
            <a:avLst/>
          </a:prstGeom>
        </p:spPr>
        <p:txBody>
          <a:bodyPr anchorCtr="0" anchor="b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DM Sans Light"/>
              <a:buNone/>
              <a:defRPr sz="1000">
                <a:latin typeface="DM Sans Light"/>
                <a:ea typeface="DM Sans Light"/>
                <a:cs typeface="DM Sans Light"/>
                <a:sym typeface="DM Sans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CUSTOM_8_1">
    <p:bg>
      <p:bgPr>
        <a:solidFill>
          <a:schemeClr val="accent2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3"/>
          <p:cNvSpPr/>
          <p:nvPr/>
        </p:nvSpPr>
        <p:spPr>
          <a:xfrm>
            <a:off x="50" y="-300"/>
            <a:ext cx="67089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62" name="Google Shape;362;p33"/>
          <p:cNvSpPr txBox="1"/>
          <p:nvPr>
            <p:ph type="title"/>
          </p:nvPr>
        </p:nvSpPr>
        <p:spPr>
          <a:xfrm>
            <a:off x="451472" y="2024100"/>
            <a:ext cx="4163100" cy="1372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63" name="Google Shape;363;p33"/>
          <p:cNvSpPr txBox="1"/>
          <p:nvPr>
            <p:ph idx="1" type="subTitle"/>
          </p:nvPr>
        </p:nvSpPr>
        <p:spPr>
          <a:xfrm>
            <a:off x="451475" y="3776250"/>
            <a:ext cx="41631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00"/>
              <a:buFont typeface="DM Sans"/>
              <a:buNone/>
              <a:defRPr sz="15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66" name="Google Shape;366;p3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4" name="Google Shape;374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5" name="Google Shape;375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80" name="Google Shape;380;p3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5" name="Google Shape;385;p4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86" name="Google Shape;386;p4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4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91" name="Google Shape;391;p4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5" name="Google Shape;395;p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6" name="Google Shape;396;p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7" name="Google Shape;397;p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8" name="Google Shape;398;p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99" name="Google Shape;399;p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00" name="Google Shape;400;p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3" name="Google Shape;403;p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4" name="Google Shape;404;p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07" name="Google Shape;407;p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8" name="Google Shape;408;p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9" name="Google Shape;409;p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0" name="Google Shape;410;p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3" name="Google Shape;413;p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14" name="Google Shape;414;p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15" name="Google Shape;415;p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6" name="Google Shape;416;p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7" name="Google Shape;417;p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18" name="Google Shape;418;p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1" name="Google Shape;421;p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2" name="Google Shape;422;p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3" name="Google Shape;423;p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24" name="Google Shape;424;p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25" name="Google Shape;425;p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6" name="Google Shape;426;p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7" name="Google Shape;427;p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28" name="Google Shape;428;p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4" name="Google Shape;434;p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5" name="Google Shape;435;p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436" name="Google Shape;436;p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37" name="Google Shape;43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8" name="Google Shape;438;p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39" name="Google Shape;439;p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2" name="Google Shape;442;p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3" name="Google Shape;443;p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4" name="Google Shape;444;p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5" name="Google Shape;445;p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46" name="Google Shape;446;p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47" name="Google Shape;447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8" name="Google Shape;448;p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49" name="Google Shape;449;p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50" name="Google Shape;450;p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5" name="Google Shape;455;p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6" name="Google Shape;456;p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7" name="Google Shape;457;p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8" name="Google Shape;458;p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59" name="Google Shape;459;p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0" name="Google Shape;460;p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1" name="Google Shape;461;p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2" name="Google Shape;462;p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63" name="Google Shape;463;p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56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0" name="Google Shape;470;p56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71" name="Google Shape;471;p56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472" name="Google Shape;472;p56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473" name="Google Shape;473;p56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474" name="Google Shape;474;p56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475" name="Google Shape;475;p56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476" name="Google Shape;476;p56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477" name="Google Shape;477;p5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478" name="Google Shape;478;p5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479" name="Google Shape;479;p5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0" name="Google Shape;480;p5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1" name="Google Shape;481;p5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82" name="Google Shape;482;p56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483" name="Google Shape;483;p5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4" name="Google Shape;484;p5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5" name="Google Shape;485;p5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6" name="Google Shape;486;p5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87" name="Google Shape;487;p5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488" name="Google Shape;488;p5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89" name="Google Shape;489;p5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0" name="Google Shape;490;p5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1" name="Google Shape;491;p5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492" name="Google Shape;492;p56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493" name="Google Shape;493;p5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494" name="Google Shape;494;p5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495" name="Google Shape;495;p56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496" name="Google Shape;496;p56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8" name="Google Shape;498;p57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499" name="Google Shape;499;p5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00" name="Google Shape;500;p5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1" name="Google Shape;501;p5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2" name="Google Shape;502;p5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3" name="Google Shape;503;p5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4" name="Google Shape;504;p5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5" name="Google Shape;505;p5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06" name="Google Shape;506;p5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07" name="Google Shape;507;p5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8" name="Google Shape;508;p5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09" name="Google Shape;509;p5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0" name="Google Shape;510;p5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1" name="Google Shape;511;p5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2" name="Google Shape;512;p5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3" name="Google Shape;513;p5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4" name="Google Shape;514;p5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5" name="Google Shape;515;p5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6" name="Google Shape;516;p5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17" name="Google Shape;517;p5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18" name="Google Shape;518;p5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19" name="Google Shape;519;p5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0" name="Google Shape;520;p5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1" name="Google Shape;521;p5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2" name="Google Shape;522;p5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23" name="Google Shape;523;p5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24" name="Google Shape;524;p5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25" name="Google Shape;525;p57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6" name="Google Shape;526;p57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7" name="Google Shape;527;p57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8" name="Google Shape;528;p57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29" name="Google Shape;529;p57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530" name="Google Shape;530;p5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31" name="Google Shape;531;p57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532" name="Google Shape;532;p5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4" name="Google Shape;534;p58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535" name="Google Shape;535;p58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36" name="Google Shape;536;p58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37" name="Google Shape;537;p5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8" name="Google Shape;538;p5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39" name="Google Shape;539;p5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0" name="Google Shape;540;p5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1" name="Google Shape;541;p5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2" name="Google Shape;542;p58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3" name="Google Shape;543;p5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4" name="Google Shape;544;p5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5" name="Google Shape;545;p5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6" name="Google Shape;546;p5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47" name="Google Shape;547;p5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48" name="Google Shape;548;p58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49" name="Google Shape;549;p5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0" name="Google Shape;550;p5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1" name="Google Shape;551;p5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2" name="Google Shape;552;p5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3" name="Google Shape;553;p5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54" name="Google Shape;554;p58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55" name="Google Shape;555;p5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6" name="Google Shape;556;p5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7" name="Google Shape;557;p5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8" name="Google Shape;558;p5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59" name="Google Shape;559;p5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60" name="Google Shape;560;p58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561" name="Google Shape;561;p5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562" name="Google Shape;562;p58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3" name="Google Shape;563;p58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4" name="Google Shape;564;p58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565" name="Google Shape;565;p58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566" name="Google Shape;566;p58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567" name="Google Shape;567;p5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59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570" name="Google Shape;570;p59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571" name="Google Shape;571;p59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2" name="Google Shape;572;p5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3" name="Google Shape;573;p5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4" name="Google Shape;574;p5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5" name="Google Shape;575;p5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6" name="Google Shape;576;p5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77" name="Google Shape;577;p59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78" name="Google Shape;578;p5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79" name="Google Shape;579;p5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0" name="Google Shape;580;p5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1" name="Google Shape;581;p5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2" name="Google Shape;582;p5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3" name="Google Shape;583;p59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584" name="Google Shape;584;p5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5" name="Google Shape;585;p5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6" name="Google Shape;586;p5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7" name="Google Shape;587;p5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88" name="Google Shape;588;p5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589" name="Google Shape;589;p59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590" name="Google Shape;590;p5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1" name="Google Shape;591;p5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2" name="Google Shape;592;p5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3" name="Google Shape;593;p5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594" name="Google Shape;594;p5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595" name="Google Shape;595;p59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596" name="Google Shape;596;p59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597" name="Google Shape;597;p59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598" name="Google Shape;598;p59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599" name="Google Shape;599;p59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0" name="Google Shape;600;p59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1" name="Google Shape;601;p59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02" name="Google Shape;602;p59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603" name="Google Shape;603;p5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4" name="Google Shape;604;p5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5" name="Google Shape;605;p5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6" name="Google Shape;606;p5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07" name="Google Shape;607;p59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608" name="Google Shape;608;p5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09" name="Google Shape;609;p5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10" name="Google Shape;610;p5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11" name="Google Shape;611;p5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12" name="Google Shape;612;p59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613" name="Google Shape;613;p5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14" name="Google Shape;614;p5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15" name="Google Shape;615;p5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16" name="Google Shape;616;p5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617" name="Google Shape;617;p59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618" name="Google Shape;618;p59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619" name="Google Shape;619;p59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620" name="Google Shape;620;p59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621" name="Google Shape;621;p5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22" name="Google Shape;622;p59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623" name="Google Shape;623;p59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624" name="Google Shape;624;p59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0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27" name="Google Shape;627;p60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28" name="Google Shape;628;p60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29" name="Google Shape;629;p60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30" name="Google Shape;630;p60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631" name="Google Shape;631;p60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632" name="Google Shape;632;p60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633" name="Google Shape;633;p60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634" name="Google Shape;634;p60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5" name="Google Shape;635;p60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6" name="Google Shape;636;p60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37" name="Google Shape;637;p60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638" name="Google Shape;638;p60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639" name="Google Shape;639;p60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640" name="Google Shape;640;p60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41" name="Google Shape;641;p60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642" name="Google Shape;642;p60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61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5" name="Google Shape;645;p61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6" name="Google Shape;646;p61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7" name="Google Shape;647;p6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48" name="Google Shape;648;p61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649" name="Google Shape;649;p61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50" name="Google Shape;650;p6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62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653" name="Google Shape;653;p62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654" name="Google Shape;654;p62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655" name="Google Shape;655;p62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656" name="Google Shape;656;p62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7" name="Google Shape;657;p6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8" name="Google Shape;658;p6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59" name="Google Shape;659;p6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0" name="Google Shape;660;p6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61" name="Google Shape;661;p62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662" name="Google Shape;662;p62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3" name="Google Shape;663;p6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4" name="Google Shape;664;p6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5" name="Google Shape;665;p6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66" name="Google Shape;666;p6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667" name="Google Shape;667;p62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668" name="Google Shape;668;p62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9" name="Google Shape;669;p62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0" name="Google Shape;670;p62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1" name="Google Shape;671;p6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72" name="Google Shape;672;p62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73" name="Google Shape;673;p6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63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6" name="Google Shape;676;p63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77" name="Google Shape;677;p63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678" name="Google Shape;678;p63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679" name="Google Shape;679;p63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1" name="Google Shape;681;p64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682" name="Google Shape;682;p6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683" name="Google Shape;683;p6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4" name="Google Shape;684;p6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5" name="Google Shape;685;p6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6" name="Google Shape;686;p6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87" name="Google Shape;687;p6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88" name="Google Shape;688;p6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689" name="Google Shape;689;p6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0" name="Google Shape;690;p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1" name="Google Shape;691;p6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2" name="Google Shape;692;p6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693" name="Google Shape;693;p6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694" name="Google Shape;694;p6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5" name="Google Shape;695;p6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6" name="Google Shape;696;p6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697" name="Google Shape;697;p6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698" name="Google Shape;698;p6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699" name="Google Shape;699;p64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00" name="Google Shape;700;p6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6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03" name="Google Shape;703;p65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704" name="Google Shape;704;p65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705" name="Google Shape;705;p65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706" name="Google Shape;706;p65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707" name="Google Shape;707;p65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708" name="Google Shape;708;p65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9" name="Google Shape;709;p65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0" name="Google Shape;710;p65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1" name="Google Shape;711;p65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2" name="Google Shape;712;p65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3" name="Google Shape;713;p65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14" name="Google Shape;714;p65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715" name="Google Shape;715;p65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716" name="Google Shape;716;p65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717" name="Google Shape;717;p65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66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20" name="Google Shape;720;p66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721" name="Google Shape;721;p66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722" name="Google Shape;722;p66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723" name="Google Shape;723;p66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4" name="Google Shape;724;p66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5" name="Google Shape;725;p66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6" name="Google Shape;726;p66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7" name="Google Shape;727;p66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8" name="Google Shape;728;p66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29" name="Google Shape;729;p66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0" name="Google Shape;730;p66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31" name="Google Shape;731;p66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2" name="Google Shape;732;p66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733" name="Google Shape;733;p66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34" name="Google Shape;734;p66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67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37" name="Google Shape;737;p67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738" name="Google Shape;738;p67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39" name="Google Shape;739;p67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740" name="Google Shape;740;p67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1" name="Google Shape;741;p67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2" name="Google Shape;742;p67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3" name="Google Shape;743;p67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4" name="Google Shape;744;p67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745" name="Google Shape;745;p67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46" name="Google Shape;746;p67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68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49" name="Google Shape;749;p68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750" name="Google Shape;750;p68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751" name="Google Shape;751;p68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752" name="Google Shape;752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3" name="Google Shape;753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4" name="Google Shape;754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5" name="Google Shape;755;p68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56" name="Google Shape;756;p68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757" name="Google Shape;757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8" name="Google Shape;758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59" name="Google Shape;759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0" name="Google Shape;760;p68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761" name="Google Shape;761;p68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762" name="Google Shape;762;p6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3" name="Google Shape;763;p6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4" name="Google Shape;764;p6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765" name="Google Shape;765;p68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766" name="Google Shape;766;p68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767" name="Google Shape;767;p68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768" name="Google Shape;768;p68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9" name="Google Shape;769;p68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0" name="Google Shape;770;p6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1" name="Google Shape;771;p6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69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4" name="Google Shape;774;p6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75" name="Google Shape;775;p69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776" name="Google Shape;776;p6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70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79" name="Google Shape;779;p70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0" name="Google Shape;780;p70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1" name="Google Shape;781;p70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2" name="Google Shape;782;p70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3" name="Google Shape;783;p70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4" name="Google Shape;784;p70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785" name="Google Shape;785;p70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786" name="Google Shape;786;p70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7" name="Google Shape;787;p70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8" name="Google Shape;788;p70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89" name="Google Shape;789;p70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90" name="Google Shape;790;p70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91" name="Google Shape;791;p70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92" name="Google Shape;792;p70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93" name="Google Shape;793;p70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794" name="Google Shape;794;p70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95" name="Google Shape;795;p70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96" name="Google Shape;796;p70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797" name="Google Shape;797;p70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798" name="Google Shape;798;p70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799" name="Shape 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0" name="Google Shape;800;p71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1" name="Google Shape;801;p71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2" name="Google Shape;802;p71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3" name="Google Shape;803;p71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4" name="Google Shape;804;p71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05" name="Google Shape;805;p71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6" name="Google Shape;806;p71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7" name="Google Shape;807;p71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08" name="Google Shape;808;p71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9" name="Google Shape;809;p71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10" name="Google Shape;810;p71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11" name="Google Shape;811;p71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2" name="Google Shape;812;p71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3" name="Google Shape;813;p71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4" name="Google Shape;814;p71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5" name="Google Shape;815;p71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6" name="Google Shape;816;p71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7" name="Google Shape;817;p71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8" name="Google Shape;818;p71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9" name="Google Shape;819;p71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0" name="Google Shape;820;p71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72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23" name="Google Shape;823;p72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24" name="Google Shape;824;p72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825" name="Google Shape;825;p72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826" name="Google Shape;826;p7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827" name="Google Shape;827;p7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8" name="Google Shape;828;p7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29" name="Google Shape;829;p7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0" name="Google Shape;830;p7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1" name="Google Shape;831;p7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32" name="Google Shape;832;p7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833" name="Google Shape;833;p7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4" name="Google Shape;834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5" name="Google Shape;835;p7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6" name="Google Shape;836;p7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37" name="Google Shape;837;p7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838" name="Google Shape;838;p7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39" name="Google Shape;839;p7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40" name="Google Shape;840;p7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41" name="Google Shape;841;p7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842" name="Google Shape;842;p72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3" name="Google Shape;843;p72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4" name="Google Shape;844;p72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45" name="Google Shape;845;p72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46" name="Google Shape;846;p72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847" name="Google Shape;847;p72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8" name="Google Shape;848;p72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49" name="Google Shape;849;p72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0" name="Google Shape;850;p72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51" name="Google Shape;851;p72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52" name="Google Shape;852;p72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53" name="Google Shape;853;p72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54" name="Google Shape;854;p72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55" name="Google Shape;855;p72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p73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8" name="Google Shape;858;p73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59" name="Google Shape;859;p73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60" name="Google Shape;860;p73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61" name="Google Shape;861;p73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62" name="Google Shape;862;p73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63" name="Google Shape;863;p73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4" name="Google Shape;864;p73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5" name="Google Shape;865;p73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6" name="Google Shape;866;p73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7" name="Google Shape;867;p73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8" name="Google Shape;868;p73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69" name="Google Shape;869;p73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0" name="Google Shape;870;p73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1" name="Google Shape;871;p73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2" name="Google Shape;872;p73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73" name="Google Shape;873;p73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874" name="Google Shape;874;p73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875" name="Shape 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6" name="Google Shape;876;p74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877" name="Google Shape;877;p74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878" name="Google Shape;878;p74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879" name="Google Shape;879;p7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880" name="Google Shape;880;p74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1" name="Google Shape;881;p74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2" name="Google Shape;882;p74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3" name="Google Shape;883;p74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4" name="Google Shape;884;p74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885" name="Google Shape;885;p74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86" name="Google Shape;886;p74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87" name="Google Shape;887;p74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88" name="Google Shape;888;p74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889" name="Google Shape;889;p74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890" name="Google Shape;890;p7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2" name="Google Shape;892;p75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893" name="Google Shape;893;p75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894" name="Google Shape;894;p75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5" name="Google Shape;895;p75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6" name="Google Shape;896;p75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7" name="Google Shape;897;p75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898" name="Google Shape;898;p75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899" name="Google Shape;899;p75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900" name="Google Shape;900;p7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1" name="Google Shape;901;p7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2" name="Google Shape;902;p7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3" name="Google Shape;903;p75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04" name="Google Shape;904;p75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905" name="Google Shape;905;p7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6" name="Google Shape;906;p7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7" name="Google Shape;907;p7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08" name="Google Shape;908;p75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09" name="Google Shape;909;p7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10" name="Google Shape;910;p75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1" name="Google Shape;911;p75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12" name="Google Shape;912;p75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13" name="Google Shape;913;p75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14" name="Google Shape;914;p75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915" name="Google Shape;915;p7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916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17" name="Google Shape;917;p76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918" name="Google Shape;918;p76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919" name="Google Shape;919;p76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0" name="Google Shape;920;p76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1" name="Google Shape;921;p76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2" name="Google Shape;922;p76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3" name="Google Shape;923;p76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24" name="Google Shape;924;p76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925" name="Google Shape;925;p7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6" name="Google Shape;926;p7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7" name="Google Shape;927;p7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28" name="Google Shape;928;p76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929" name="Google Shape;929;p76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930" name="Google Shape;930;p7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1" name="Google Shape;931;p7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2" name="Google Shape;932;p7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933" name="Google Shape;933;p76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934" name="Google Shape;934;p76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5" name="Google Shape;935;p76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6" name="Google Shape;936;p76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937" name="Google Shape;937;p76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938" name="Google Shape;938;p76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39" name="Google Shape;939;p76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0" name="Google Shape;940;p76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1" name="Google Shape;941;p76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42" name="Google Shape;942;p76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43" name="Google Shape;943;p76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44" name="Google Shape;944;p76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45" name="Google Shape;945;p76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46" name="Google Shape;946;p76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947" name="Google Shape;947;p76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48" name="Google Shape;948;p7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949" name="Google Shape;949;p76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50" name="Google Shape;950;p76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951" name="Google Shape;951;p76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952" name="Google Shape;952;p7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953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4" name="Google Shape;954;p77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955" name="Google Shape;955;p77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956" name="Google Shape;956;p77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957" name="Google Shape;957;p77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8" name="Google Shape;958;p77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59" name="Google Shape;959;p77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0" name="Google Shape;960;p77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1" name="Google Shape;961;p77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2" name="Google Shape;962;p7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63" name="Google Shape;963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4" name="Google Shape;964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5" name="Google Shape;965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6" name="Google Shape;966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67" name="Google Shape;967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68" name="Google Shape;968;p77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969" name="Google Shape;969;p77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0" name="Google Shape;970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1" name="Google Shape;971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2" name="Google Shape;972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3" name="Google Shape;973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74" name="Google Shape;974;p7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75" name="Google Shape;975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6" name="Google Shape;976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7" name="Google Shape;977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78" name="Google Shape;978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979" name="Google Shape;979;p77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980" name="Google Shape;980;p77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981" name="Google Shape;981;p7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982" name="Google Shape;982;p7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983" name="Google Shape;983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4" name="Google Shape;984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5" name="Google Shape;985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6" name="Google Shape;986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87" name="Google Shape;987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88" name="Google Shape;988;p7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89" name="Google Shape;989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0" name="Google Shape;990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1" name="Google Shape;991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2" name="Google Shape;992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3" name="Google Shape;993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994" name="Google Shape;994;p7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995" name="Google Shape;995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6" name="Google Shape;996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7" name="Google Shape;997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8" name="Google Shape;998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999" name="Google Shape;999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000" name="Google Shape;1000;p7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001" name="Google Shape;1001;p7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2" name="Google Shape;1002;p7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3" name="Google Shape;1003;p7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4" name="Google Shape;1004;p7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05" name="Google Shape;1005;p7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006" name="Google Shape;1006;p7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07" name="Google Shape;1007;p77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8" name="Google Shape;1008;p77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09" name="Google Shape;1009;p77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0" name="Google Shape;1010;p77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1" name="Google Shape;1011;p7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2" name="Google Shape;1012;p77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13" name="Google Shape;1013;p77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4" name="Google Shape;1014;p77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5" name="Google Shape;1015;p77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6" name="Google Shape;1016;p77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7" name="Google Shape;1017;p77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18" name="Google Shape;1018;p77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19" name="Google Shape;1019;p77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20" name="Google Shape;1020;p77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21" name="Google Shape;1021;p77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22" name="Google Shape;1022;p77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23" name="Google Shape;1023;p77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78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26" name="Google Shape;1026;p78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1027" name="Google Shape;1027;p78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8" name="Google Shape;1028;p78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29" name="Google Shape;1029;p78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0" name="Google Shape;1030;p78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1" name="Google Shape;1031;p78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2" name="Google Shape;1032;p78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033" name="Google Shape;1033;p7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34" name="Google Shape;1034;p78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5" name="Google Shape;1035;p78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36" name="Google Shape;1036;p78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37" name="Google Shape;1037;p78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38" name="Google Shape;1038;p78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39" name="Google Shape;1039;p78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0" name="Google Shape;1040;p78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1" name="Google Shape;1041;p78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042" name="Google Shape;1042;p78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79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5" name="Google Shape;1045;p79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6" name="Google Shape;1046;p79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047" name="Google Shape;1047;p79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048" name="Google Shape;1048;p79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049" name="Google Shape;1049;p7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50" name="Google Shape;1050;p79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051" name="Google Shape;1051;p79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53" name="Google Shape;1053;p80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1054" name="Google Shape;1054;p80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1055" name="Google Shape;1055;p80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56" name="Google Shape;1056;p80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57" name="Google Shape;1057;p8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58" name="Google Shape;1058;p80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1059" name="Google Shape;1059;p8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60" name="Google Shape;1060;p8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61" name="Google Shape;1061;p8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62" name="Google Shape;1062;p80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1063" name="Google Shape;1063;p80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64" name="Google Shape;1064;p8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65" name="Google Shape;1065;p8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066" name="Google Shape;1066;p80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1067" name="Google Shape;1067;p80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068" name="Google Shape;1068;p8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1069" name="Google Shape;1069;p80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1070" name="Google Shape;1070;p8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071" name="Google Shape;1071;p80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072" name="Google Shape;1072;p80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073" name="Google Shape;1073;p80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074" name="Google Shape;1074;p80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075" name="Google Shape;1075;p80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76" name="Google Shape;1076;p80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77" name="Google Shape;1077;p80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78" name="Google Shape;1078;p80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79" name="Google Shape;1079;p80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80" name="Google Shape;1080;p80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081" name="Google Shape;1081;p8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3" name="Google Shape;1083;p81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1084" name="Google Shape;1084;p81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085" name="Google Shape;1085;p81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1086" name="Google Shape;1086;p8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087" name="Google Shape;1087;p81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088" name="Google Shape;1088;p81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089" name="Google Shape;1089;p8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90" name="Google Shape;1090;p8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91" name="Google Shape;1091;p81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092" name="Google Shape;1092;p81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093" name="Google Shape;1093;p8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094" name="Google Shape;1094;p8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095" name="Google Shape;1095;p81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096" name="Google Shape;1096;p81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097" name="Google Shape;1097;p81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98" name="Google Shape;1098;p8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099" name="Google Shape;1099;p81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00" name="Google Shape;1100;p81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01" name="Google Shape;1101;p81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02" name="Google Shape;1102;p81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03" name="Google Shape;1103;p81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04" name="Google Shape;1104;p81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105" name="Google Shape;1105;p81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1106" name="Google Shape;1106;p81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107" name="Google Shape;1107;p81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1108" name="Google Shape;1108;p81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1109" name="Google Shape;1109;p8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10" name="Google Shape;1110;p81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1111" name="Google Shape;1111;p81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112" name="Google Shape;1112;p81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113" name="Google Shape;1113;p8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14" name="Google Shape;1114;p8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15" name="Google Shape;1115;p81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116" name="Google Shape;1116;p81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117" name="Google Shape;1117;p8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118" name="Google Shape;1118;p8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119" name="Google Shape;1119;p81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120" name="Google Shape;1120;p81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121" name="Google Shape;1121;p81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22" name="Google Shape;1122;p81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1123" name="Google Shape;1123;p8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4" name="Google Shape;1124;p81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5" name="Google Shape;1125;p81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26" name="Google Shape;1126;p81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27" name="Google Shape;1127;p81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28" name="Google Shape;1128;p81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129" name="Google Shape;1129;p81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30" name="Google Shape;1130;p81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31" name="Google Shape;1131;p8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82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34" name="Google Shape;1134;p82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35" name="Google Shape;1135;p82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136" name="Google Shape;1136;p82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1137" name="Google Shape;1137;p82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138" name="Google Shape;1138;p82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139" name="Google Shape;1139;p82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0" name="Google Shape;1140;p8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41" name="Google Shape;1141;p82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142" name="Google Shape;1142;p82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3" name="Google Shape;1143;p8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4" name="Google Shape;1144;p8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5" name="Google Shape;1145;p8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46" name="Google Shape;1146;p82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147" name="Google Shape;1147;p8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8" name="Google Shape;1148;p8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49" name="Google Shape;1149;p8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50" name="Google Shape;1150;p82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151" name="Google Shape;1151;p82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2" name="Google Shape;1152;p82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3" name="Google Shape;1153;p8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4" name="Google Shape;1154;p8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55" name="Google Shape;1155;p8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56" name="Google Shape;1156;p82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7" name="Google Shape;1157;p82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8" name="Google Shape;1158;p82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59" name="Google Shape;1159;p82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60" name="Google Shape;1160;p8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61" name="Google Shape;1161;p82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162" name="Google Shape;1162;p82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163" name="Google Shape;1163;p82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4" name="Google Shape;1164;p82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5" name="Google Shape;1165;p82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6" name="Google Shape;1166;p82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7" name="Google Shape;1167;p8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3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0" name="Google Shape;1170;p83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1" name="Google Shape;1171;p83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2" name="Google Shape;1172;p83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173" name="Google Shape;1173;p83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174" name="Google Shape;1174;p83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1175" name="Google Shape;1175;p83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76" name="Google Shape;1176;p83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1177" name="Google Shape;1177;p83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1178" name="Google Shape;1178;p83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79" name="Google Shape;1179;p8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80" name="Google Shape;1180;p83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1181" name="Google Shape;1181;p83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2" name="Google Shape;1182;p8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3" name="Google Shape;1183;p8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4" name="Google Shape;1184;p8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85" name="Google Shape;1185;p83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1186" name="Google Shape;1186;p8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7" name="Google Shape;1187;p8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88" name="Google Shape;1188;p8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189" name="Google Shape;1189;p83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1190" name="Google Shape;1190;p83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91" name="Google Shape;1191;p83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92" name="Google Shape;1192;p8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93" name="Google Shape;1193;p8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194" name="Google Shape;1194;p8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195" name="Google Shape;1195;p83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6" name="Google Shape;1196;p83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7" name="Google Shape;1197;p83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8" name="Google Shape;1198;p83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9" name="Google Shape;1199;p83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00" name="Google Shape;1200;p83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01" name="Google Shape;1201;p83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02" name="Google Shape;1202;p83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203" name="Google Shape;1203;p83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4" name="Google Shape;1204;p83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5" name="Google Shape;1205;p83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6" name="Google Shape;1206;p83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07" name="Google Shape;1207;p83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208" name="Google Shape;1208;p83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p84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211" name="Google Shape;1211;p84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1212" name="Google Shape;1212;p84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1213" name="Google Shape;1213;p8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14" name="Google Shape;1214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5" name="Google Shape;1215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6" name="Google Shape;1216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17" name="Google Shape;1217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18" name="Google Shape;1218;p8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219" name="Google Shape;1219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0" name="Google Shape;1220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1" name="Google Shape;1221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2" name="Google Shape;1222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3" name="Google Shape;1223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24" name="Google Shape;1224;p84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1225" name="Google Shape;1225;p8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6" name="Google Shape;1226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7" name="Google Shape;1227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28" name="Google Shape;1228;p84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229" name="Google Shape;1229;p84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1230" name="Google Shape;1230;p8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1" name="Google Shape;1231;p8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2" name="Google Shape;1232;p8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233" name="Google Shape;1233;p8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234" name="Google Shape;1234;p8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235" name="Google Shape;1235;p84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6" name="Google Shape;1236;p84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7" name="Google Shape;1237;p84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238" name="Google Shape;1238;p84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39" name="Google Shape;1239;p84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0" name="Google Shape;1240;p84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1" name="Google Shape;1241;p84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2" name="Google Shape;1242;p84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3" name="Google Shape;1243;p84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44" name="Google Shape;1244;p84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245" name="Google Shape;1245;p8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8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248" name="Google Shape;1248;p8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249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p8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8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3" name="Google Shape;1253;p8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8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56" name="Google Shape;1256;p8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57" name="Google Shape;1257;p8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8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9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62" name="Google Shape;1262;p9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p9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265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9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67" name="Google Shape;1267;p9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68" name="Google Shape;1268;p9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1269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9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9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74" name="Google Shape;1274;p9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5" name="Google Shape;1275;p9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6" name="Google Shape;1276;p9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7" name="Google Shape;1277;p9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8" name="Google Shape;1278;p9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79" name="Google Shape;1279;p9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2" name="Google Shape;1282;p9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3" name="Google Shape;1283;p9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1284" name="Shape 1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5" name="Google Shape;1285;p9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86" name="Google Shape;1286;p9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7" name="Google Shape;1287;p9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88" name="Google Shape;1288;p9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89" name="Google Shape;1289;p9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1290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p9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2" name="Google Shape;1292;p9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293" name="Google Shape;1293;p9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294" name="Google Shape;1294;p9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5" name="Google Shape;1295;p9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6" name="Google Shape;1296;p9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97" name="Google Shape;1297;p9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1298" name="Shape 1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9" name="Google Shape;1299;p9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0" name="Google Shape;1300;p9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1" name="Google Shape;1301;p9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2" name="Google Shape;1302;p9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03" name="Google Shape;1303;p9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04" name="Google Shape;1304;p9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5" name="Google Shape;1305;p9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6" name="Google Shape;1306;p9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07" name="Google Shape;1307;p9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1308" name="Shape 1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9" name="Google Shape;1309;p10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0" name="Google Shape;1310;p10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10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3" name="Google Shape;1313;p10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14" name="Google Shape;1314;p10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315" name="Google Shape;1315;p10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16" name="Google Shape;1316;p10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17" name="Google Shape;1317;p10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8" name="Google Shape;1318;p10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1319" name="Shape 1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" name="Google Shape;1320;p10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1" name="Google Shape;1321;p10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2" name="Google Shape;1322;p10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3" name="Google Shape;1323;p10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4" name="Google Shape;1324;p10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325" name="Google Shape;1325;p10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1326" name="Google Shape;1326;p10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27" name="Google Shape;1327;p10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8" name="Google Shape;1328;p10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29" name="Google Shape;1329;p10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p10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10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4" name="Google Shape;1334;p10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5" name="Google Shape;1335;p10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6" name="Google Shape;1336;p10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7" name="Google Shape;1337;p10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8" name="Google Shape;1338;p10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39" name="Google Shape;1339;p10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40" name="Google Shape;1340;p10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1" name="Google Shape;1341;p10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342" name="Google Shape;1342;p10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2">
  <p:cSld name="BLANK_2">
    <p:bg>
      <p:bgPr>
        <a:solidFill>
          <a:schemeClr val="lt1"/>
        </a:solidFill>
      </p:bgPr>
    </p:bg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p106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49" name="Google Shape;1349;p106"/>
          <p:cNvSpPr/>
          <p:nvPr/>
        </p:nvSpPr>
        <p:spPr>
          <a:xfrm rot="-900003">
            <a:off x="2618331" y="-723216"/>
            <a:ext cx="4001240" cy="1687704"/>
          </a:xfrm>
          <a:prstGeom prst="chord">
            <a:avLst>
              <a:gd fmla="val 694140" name="adj1"/>
              <a:gd fmla="val 11948531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50" name="Google Shape;1350;p106"/>
          <p:cNvSpPr txBox="1"/>
          <p:nvPr>
            <p:ph idx="2" type="subTitle"/>
          </p:nvPr>
        </p:nvSpPr>
        <p:spPr>
          <a:xfrm>
            <a:off x="138475" y="228600"/>
            <a:ext cx="21645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351" name="Google Shape;1351;p106"/>
          <p:cNvSpPr/>
          <p:nvPr/>
        </p:nvSpPr>
        <p:spPr>
          <a:xfrm>
            <a:off x="228600" y="4445350"/>
            <a:ext cx="4823700" cy="21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352" name="Google Shape;1352;p106"/>
          <p:cNvGrpSpPr/>
          <p:nvPr/>
        </p:nvGrpSpPr>
        <p:grpSpPr>
          <a:xfrm flipH="1" rot="10800000">
            <a:off x="4395238" y="-11"/>
            <a:ext cx="4748757" cy="2797859"/>
            <a:chOff x="3200875" y="1642950"/>
            <a:chExt cx="5970275" cy="3517550"/>
          </a:xfrm>
        </p:grpSpPr>
        <p:sp>
          <p:nvSpPr>
            <p:cNvPr id="1353" name="Google Shape;1353;p106"/>
            <p:cNvSpPr/>
            <p:nvPr/>
          </p:nvSpPr>
          <p:spPr>
            <a:xfrm>
              <a:off x="4208325" y="1644500"/>
              <a:ext cx="4962825" cy="3516000"/>
            </a:xfrm>
            <a:custGeom>
              <a:rect b="b" l="l" r="r" t="t"/>
              <a:pathLst>
                <a:path extrusionOk="0" h="140640" w="198513">
                  <a:moveTo>
                    <a:pt x="31387" y="0"/>
                  </a:moveTo>
                  <a:lnTo>
                    <a:pt x="0" y="140640"/>
                  </a:lnTo>
                  <a:lnTo>
                    <a:pt x="198513" y="140640"/>
                  </a:lnTo>
                  <a:lnTo>
                    <a:pt x="198513" y="63700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21000">
                  <a:schemeClr val="lt2"/>
                </a:gs>
                <a:gs pos="51000">
                  <a:schemeClr val="accent1"/>
                </a:gs>
                <a:gs pos="79000">
                  <a:schemeClr val="accent1"/>
                </a:gs>
                <a:gs pos="91000">
                  <a:schemeClr val="accent3"/>
                </a:gs>
                <a:gs pos="100000">
                  <a:schemeClr val="accent4"/>
                </a:gs>
              </a:gsLst>
              <a:lin ang="5400012" scaled="0"/>
            </a:gradFill>
            <a:ln>
              <a:noFill/>
            </a:ln>
          </p:spPr>
        </p:sp>
        <p:sp>
          <p:nvSpPr>
            <p:cNvPr id="1354" name="Google Shape;1354;p106"/>
            <p:cNvSpPr/>
            <p:nvPr/>
          </p:nvSpPr>
          <p:spPr>
            <a:xfrm>
              <a:off x="3200875" y="1642950"/>
              <a:ext cx="1795975" cy="3517550"/>
            </a:xfrm>
            <a:custGeom>
              <a:rect b="b" l="l" r="r" t="t"/>
              <a:pathLst>
                <a:path extrusionOk="0" h="140702" w="71839">
                  <a:moveTo>
                    <a:pt x="71839" y="0"/>
                  </a:moveTo>
                  <a:lnTo>
                    <a:pt x="40808" y="140702"/>
                  </a:lnTo>
                  <a:lnTo>
                    <a:pt x="0" y="140702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grpSp>
        <p:nvGrpSpPr>
          <p:cNvPr id="1355" name="Google Shape;1355;p106"/>
          <p:cNvGrpSpPr/>
          <p:nvPr/>
        </p:nvGrpSpPr>
        <p:grpSpPr>
          <a:xfrm flipH="1">
            <a:off x="6309311" y="2793726"/>
            <a:ext cx="2834695" cy="1890116"/>
            <a:chOff x="312900" y="2793625"/>
            <a:chExt cx="2221200" cy="1481050"/>
          </a:xfrm>
        </p:grpSpPr>
        <p:grpSp>
          <p:nvGrpSpPr>
            <p:cNvPr id="1356" name="Google Shape;1356;p106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357" name="Google Shape;1357;p106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58" name="Google Shape;1358;p10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59" name="Google Shape;1359;p10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0" name="Google Shape;1360;p10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61" name="Google Shape;1361;p106"/>
              <p:cNvGrpSpPr/>
              <p:nvPr/>
            </p:nvGrpSpPr>
            <p:grpSpPr>
              <a:xfrm>
                <a:off x="461225" y="3619500"/>
                <a:ext cx="1480800" cy="370200"/>
                <a:chOff x="461225" y="3249175"/>
                <a:chExt cx="1480800" cy="370200"/>
              </a:xfrm>
            </p:grpSpPr>
            <p:sp>
              <p:nvSpPr>
                <p:cNvPr id="1362" name="Google Shape;1362;p10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3" name="Google Shape;1363;p106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4" name="Google Shape;1364;p10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5" name="Google Shape;1365;p10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66" name="Google Shape;1366;p106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67" name="Google Shape;1367;p10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8" name="Google Shape;1368;p106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69" name="Google Shape;1369;p10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0" name="Google Shape;1370;p106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71" name="Google Shape;1371;p106"/>
              <p:cNvGrpSpPr/>
              <p:nvPr/>
            </p:nvGrpSpPr>
            <p:grpSpPr>
              <a:xfrm>
                <a:off x="461225" y="4360025"/>
                <a:ext cx="1480800" cy="370200"/>
                <a:chOff x="461225" y="3249175"/>
                <a:chExt cx="1480800" cy="370200"/>
              </a:xfrm>
            </p:grpSpPr>
            <p:sp>
              <p:nvSpPr>
                <p:cNvPr id="1372" name="Google Shape;1372;p106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73" name="Google Shape;1373;p106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374" name="Google Shape;1374;p106"/>
            <p:cNvSpPr/>
            <p:nvPr/>
          </p:nvSpPr>
          <p:spPr>
            <a:xfrm>
              <a:off x="2163900" y="390358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375" name="Google Shape;1375;p106"/>
          <p:cNvSpPr txBox="1"/>
          <p:nvPr>
            <p:ph type="title"/>
          </p:nvPr>
        </p:nvSpPr>
        <p:spPr>
          <a:xfrm>
            <a:off x="74600" y="2891050"/>
            <a:ext cx="5876700" cy="1440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IBM Plex Sans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3">
    <p:spTree>
      <p:nvGrpSpPr>
        <p:cNvPr id="1376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7" name="Google Shape;1377;p107"/>
          <p:cNvGrpSpPr/>
          <p:nvPr/>
        </p:nvGrpSpPr>
        <p:grpSpPr>
          <a:xfrm flipH="1">
            <a:off x="6169505" y="2816179"/>
            <a:ext cx="2979740" cy="1986829"/>
            <a:chOff x="312900" y="2793625"/>
            <a:chExt cx="2221200" cy="1481050"/>
          </a:xfrm>
        </p:grpSpPr>
        <p:grpSp>
          <p:nvGrpSpPr>
            <p:cNvPr id="1378" name="Google Shape;1378;p10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379" name="Google Shape;1379;p10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80" name="Google Shape;1380;p10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1" name="Google Shape;1381;p10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2" name="Google Shape;1382;p10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3" name="Google Shape;1383;p10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4" name="Google Shape;1384;p10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85" name="Google Shape;1385;p10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86" name="Google Shape;1386;p10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7" name="Google Shape;1387;p10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8" name="Google Shape;1388;p10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89" name="Google Shape;1389;p10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0" name="Google Shape;1390;p10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91" name="Google Shape;1391;p10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92" name="Google Shape;1392;p10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3" name="Google Shape;1393;p10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4" name="Google Shape;1394;p10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5" name="Google Shape;1395;p10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6" name="Google Shape;1396;p10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397" name="Google Shape;1397;p10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398" name="Google Shape;1398;p10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399" name="Google Shape;1399;p10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0" name="Google Shape;1400;p10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1" name="Google Shape;1401;p10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02" name="Google Shape;1402;p10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03" name="Google Shape;1403;p10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04" name="Google Shape;1404;p107"/>
          <p:cNvSpPr/>
          <p:nvPr/>
        </p:nvSpPr>
        <p:spPr>
          <a:xfrm flipH="1">
            <a:off x="12" y="3308203"/>
            <a:ext cx="9143963" cy="183531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05" name="Google Shape;1405;p107"/>
          <p:cNvSpPr/>
          <p:nvPr/>
        </p:nvSpPr>
        <p:spPr>
          <a:xfrm>
            <a:off x="11" y="26114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06" name="Google Shape;1406;p107"/>
          <p:cNvSpPr/>
          <p:nvPr/>
        </p:nvSpPr>
        <p:spPr>
          <a:xfrm flipH="1">
            <a:off x="3311207" y="2592556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07" name="Google Shape;1407;p107"/>
          <p:cNvSpPr/>
          <p:nvPr/>
        </p:nvSpPr>
        <p:spPr>
          <a:xfrm flipH="1" rot="-5400000">
            <a:off x="1299729" y="2592569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08" name="Google Shape;1408;p107"/>
          <p:cNvSpPr txBox="1"/>
          <p:nvPr>
            <p:ph type="title"/>
          </p:nvPr>
        </p:nvSpPr>
        <p:spPr>
          <a:xfrm>
            <a:off x="115025" y="502775"/>
            <a:ext cx="41838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09" name="Google Shape;1409;p107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10" name="Google Shape;1410;p107"/>
          <p:cNvSpPr txBox="1"/>
          <p:nvPr>
            <p:ph idx="1" type="body"/>
          </p:nvPr>
        </p:nvSpPr>
        <p:spPr>
          <a:xfrm>
            <a:off x="3511550" y="587150"/>
            <a:ext cx="4371600" cy="252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411" name="Google Shape;1411;p107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2"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13" name="Google Shape;1413;p108"/>
          <p:cNvGrpSpPr/>
          <p:nvPr/>
        </p:nvGrpSpPr>
        <p:grpSpPr>
          <a:xfrm flipH="1">
            <a:off x="6169505" y="228779"/>
            <a:ext cx="2979740" cy="1986829"/>
            <a:chOff x="312900" y="2793625"/>
            <a:chExt cx="2221200" cy="1481050"/>
          </a:xfrm>
        </p:grpSpPr>
        <p:grpSp>
          <p:nvGrpSpPr>
            <p:cNvPr id="1414" name="Google Shape;1414;p108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415" name="Google Shape;1415;p108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16" name="Google Shape;1416;p10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7" name="Google Shape;1417;p10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8" name="Google Shape;1418;p10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19" name="Google Shape;1419;p10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0" name="Google Shape;1420;p10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21" name="Google Shape;1421;p108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22" name="Google Shape;1422;p10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3" name="Google Shape;1423;p10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4" name="Google Shape;1424;p10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5" name="Google Shape;1425;p10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6" name="Google Shape;1426;p10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27" name="Google Shape;1427;p108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28" name="Google Shape;1428;p10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29" name="Google Shape;1429;p10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0" name="Google Shape;1430;p10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1" name="Google Shape;1431;p10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2" name="Google Shape;1432;p10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33" name="Google Shape;1433;p108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34" name="Google Shape;1434;p108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5" name="Google Shape;1435;p108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6" name="Google Shape;1436;p108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7" name="Google Shape;1437;p108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38" name="Google Shape;1438;p108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39" name="Google Shape;1439;p108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440" name="Google Shape;1440;p108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441" name="Google Shape;1441;p108"/>
          <p:cNvSpPr/>
          <p:nvPr/>
        </p:nvSpPr>
        <p:spPr>
          <a:xfrm flipH="1">
            <a:off x="8423546" y="3087297"/>
            <a:ext cx="725708" cy="1448283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485775" rotWithShape="0" algn="bl" dir="7800000" dist="76200">
              <a:schemeClr val="accent1">
                <a:alpha val="27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42" name="Google Shape;1442;p108"/>
          <p:cNvSpPr/>
          <p:nvPr/>
        </p:nvSpPr>
        <p:spPr>
          <a:xfrm rot="-5400000">
            <a:off x="4618961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56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  <a:effectLst>
            <a:outerShdw blurRad="328613" rotWithShape="0" algn="bl" dir="2700000" dist="28575">
              <a:schemeClr val="accent1">
                <a:alpha val="28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43" name="Google Shape;1443;p108"/>
          <p:cNvSpPr/>
          <p:nvPr/>
        </p:nvSpPr>
        <p:spPr>
          <a:xfrm>
            <a:off x="6521248" y="3068375"/>
            <a:ext cx="1486200" cy="1486200"/>
          </a:xfrm>
          <a:prstGeom prst="ellipse">
            <a:avLst/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  <a:effectLst>
            <a:outerShdw blurRad="342900" rotWithShape="0" algn="bl" dir="5400000" dist="38100">
              <a:schemeClr val="accent3">
                <a:alpha val="3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44" name="Google Shape;1444;p108"/>
          <p:cNvSpPr txBox="1"/>
          <p:nvPr>
            <p:ph idx="1" type="body"/>
          </p:nvPr>
        </p:nvSpPr>
        <p:spPr>
          <a:xfrm>
            <a:off x="115025" y="908975"/>
            <a:ext cx="5369100" cy="24780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1pPr>
            <a:lvl2pPr indent="-4572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2pPr>
            <a:lvl3pPr indent="-4572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3pPr>
            <a:lvl4pPr indent="-4572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4pPr>
            <a:lvl5pPr indent="-4572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5pPr>
            <a:lvl6pPr indent="-4572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6pPr>
            <a:lvl7pPr indent="-4572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●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7pPr>
            <a:lvl8pPr indent="-4572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Char char="○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8pPr>
            <a:lvl9pPr indent="-4572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600"/>
              <a:buFont typeface="IBM Plex Sans"/>
              <a:buChar char="■"/>
              <a:defRPr sz="36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445" name="Google Shape;1445;p108"/>
          <p:cNvSpPr txBox="1"/>
          <p:nvPr>
            <p:ph idx="2" type="title"/>
          </p:nvPr>
        </p:nvSpPr>
        <p:spPr>
          <a:xfrm>
            <a:off x="115025" y="502775"/>
            <a:ext cx="4183800" cy="40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446" name="Google Shape;1446;p10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"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8" name="Google Shape;1448;p109"/>
          <p:cNvGrpSpPr/>
          <p:nvPr/>
        </p:nvGrpSpPr>
        <p:grpSpPr>
          <a:xfrm>
            <a:off x="228600" y="2793625"/>
            <a:ext cx="2221200" cy="1481050"/>
            <a:chOff x="312900" y="2793625"/>
            <a:chExt cx="2221200" cy="1481050"/>
          </a:xfrm>
        </p:grpSpPr>
        <p:grpSp>
          <p:nvGrpSpPr>
            <p:cNvPr id="1449" name="Google Shape;1449;p109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450" name="Google Shape;1450;p109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51" name="Google Shape;1451;p10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2" name="Google Shape;1452;p10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3" name="Google Shape;1453;p10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4" name="Google Shape;1454;p10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5" name="Google Shape;1455;p10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56" name="Google Shape;1456;p109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57" name="Google Shape;1457;p10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8" name="Google Shape;1458;p10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59" name="Google Shape;1459;p10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0" name="Google Shape;1460;p10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1" name="Google Shape;1461;p10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62" name="Google Shape;1462;p109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63" name="Google Shape;1463;p10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4" name="Google Shape;1464;p10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5" name="Google Shape;1465;p10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6" name="Google Shape;1466;p10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67" name="Google Shape;1467;p10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468" name="Google Shape;1468;p109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469" name="Google Shape;1469;p109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0" name="Google Shape;1470;p109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1" name="Google Shape;1471;p109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2" name="Google Shape;1472;p109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473" name="Google Shape;1473;p109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474" name="Google Shape;1474;p109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475" name="Google Shape;1475;p109"/>
          <p:cNvGrpSpPr/>
          <p:nvPr/>
        </p:nvGrpSpPr>
        <p:grpSpPr>
          <a:xfrm>
            <a:off x="7663200" y="-725"/>
            <a:ext cx="1480800" cy="1396025"/>
            <a:chOff x="461225" y="3334200"/>
            <a:chExt cx="1480800" cy="1396025"/>
          </a:xfrm>
        </p:grpSpPr>
        <p:grpSp>
          <p:nvGrpSpPr>
            <p:cNvPr id="1476" name="Google Shape;1476;p109"/>
            <p:cNvGrpSpPr/>
            <p:nvPr/>
          </p:nvGrpSpPr>
          <p:grpSpPr>
            <a:xfrm>
              <a:off x="461225" y="3334200"/>
              <a:ext cx="1480800" cy="285300"/>
              <a:chOff x="461225" y="3334200"/>
              <a:chExt cx="1480800" cy="285300"/>
            </a:xfrm>
          </p:grpSpPr>
          <p:sp>
            <p:nvSpPr>
              <p:cNvPr id="1477" name="Google Shape;1477;p109"/>
              <p:cNvSpPr/>
              <p:nvPr/>
            </p:nvSpPr>
            <p:spPr>
              <a:xfrm>
                <a:off x="4612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8" name="Google Shape;1478;p109"/>
              <p:cNvSpPr/>
              <p:nvPr/>
            </p:nvSpPr>
            <p:spPr>
              <a:xfrm>
                <a:off x="8314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79" name="Google Shape;1479;p109"/>
              <p:cNvSpPr/>
              <p:nvPr/>
            </p:nvSpPr>
            <p:spPr>
              <a:xfrm>
                <a:off x="12016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80" name="Google Shape;1480;p109"/>
              <p:cNvSpPr/>
              <p:nvPr/>
            </p:nvSpPr>
            <p:spPr>
              <a:xfrm>
                <a:off x="1571825" y="3334200"/>
                <a:ext cx="370200" cy="2853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1" name="Google Shape;1481;p109"/>
            <p:cNvGrpSpPr/>
            <p:nvPr/>
          </p:nvGrpSpPr>
          <p:grpSpPr>
            <a:xfrm>
              <a:off x="461225" y="3619500"/>
              <a:ext cx="1480800" cy="370200"/>
              <a:chOff x="461225" y="3249175"/>
              <a:chExt cx="1480800" cy="370200"/>
            </a:xfrm>
          </p:grpSpPr>
          <p:sp>
            <p:nvSpPr>
              <p:cNvPr id="1482" name="Google Shape;1482;p10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83" name="Google Shape;1483;p10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84" name="Google Shape;1484;p10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85" name="Google Shape;1485;p10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86" name="Google Shape;1486;p109"/>
            <p:cNvGrpSpPr/>
            <p:nvPr/>
          </p:nvGrpSpPr>
          <p:grpSpPr>
            <a:xfrm>
              <a:off x="461225" y="3989700"/>
              <a:ext cx="1480800" cy="370200"/>
              <a:chOff x="461225" y="3249175"/>
              <a:chExt cx="1480800" cy="370200"/>
            </a:xfrm>
          </p:grpSpPr>
          <p:sp>
            <p:nvSpPr>
              <p:cNvPr id="1487" name="Google Shape;1487;p10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88" name="Google Shape;1488;p10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89" name="Google Shape;1489;p10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90" name="Google Shape;1490;p10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491" name="Google Shape;1491;p109"/>
            <p:cNvGrpSpPr/>
            <p:nvPr/>
          </p:nvGrpSpPr>
          <p:grpSpPr>
            <a:xfrm>
              <a:off x="461225" y="4360025"/>
              <a:ext cx="1480800" cy="370200"/>
              <a:chOff x="461225" y="3249175"/>
              <a:chExt cx="1480800" cy="370200"/>
            </a:xfrm>
          </p:grpSpPr>
          <p:sp>
            <p:nvSpPr>
              <p:cNvPr id="1492" name="Google Shape;1492;p109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93" name="Google Shape;1493;p109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94" name="Google Shape;1494;p109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495" name="Google Shape;1495;p109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grpSp>
        <p:nvGrpSpPr>
          <p:cNvPr id="1496" name="Google Shape;1496;p109"/>
          <p:cNvGrpSpPr/>
          <p:nvPr/>
        </p:nvGrpSpPr>
        <p:grpSpPr>
          <a:xfrm>
            <a:off x="1843925" y="-725"/>
            <a:ext cx="7300075" cy="5144088"/>
            <a:chOff x="1870575" y="-635"/>
            <a:chExt cx="7300075" cy="5174097"/>
          </a:xfrm>
        </p:grpSpPr>
        <p:sp>
          <p:nvSpPr>
            <p:cNvPr id="1497" name="Google Shape;1497;p109"/>
            <p:cNvSpPr/>
            <p:nvPr/>
          </p:nvSpPr>
          <p:spPr>
            <a:xfrm>
              <a:off x="1870575" y="-635"/>
              <a:ext cx="7300075" cy="4989625"/>
            </a:xfrm>
            <a:custGeom>
              <a:rect b="b" l="l" r="r" t="t"/>
              <a:pathLst>
                <a:path extrusionOk="0" h="199585" w="292003">
                  <a:moveTo>
                    <a:pt x="76429" y="0"/>
                  </a:moveTo>
                  <a:lnTo>
                    <a:pt x="0" y="163603"/>
                  </a:lnTo>
                  <a:lnTo>
                    <a:pt x="250486" y="199585"/>
                  </a:lnTo>
                  <a:lnTo>
                    <a:pt x="292003" y="107785"/>
                  </a:lnTo>
                  <a:lnTo>
                    <a:pt x="292003" y="52891"/>
                  </a:lnTo>
                  <a:lnTo>
                    <a:pt x="234162" y="0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77000">
                  <a:schemeClr val="accent1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498" name="Google Shape;1498;p109"/>
            <p:cNvSpPr/>
            <p:nvPr/>
          </p:nvSpPr>
          <p:spPr>
            <a:xfrm>
              <a:off x="1870575" y="4089437"/>
              <a:ext cx="6285225" cy="1084025"/>
            </a:xfrm>
            <a:custGeom>
              <a:rect b="b" l="l" r="r" t="t"/>
              <a:pathLst>
                <a:path extrusionOk="0" h="43361" w="251409">
                  <a:moveTo>
                    <a:pt x="0" y="0"/>
                  </a:moveTo>
                  <a:lnTo>
                    <a:pt x="6458" y="43361"/>
                  </a:lnTo>
                  <a:lnTo>
                    <a:pt x="251409" y="43361"/>
                  </a:lnTo>
                  <a:lnTo>
                    <a:pt x="250494" y="35931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499" name="Google Shape;1499;p109"/>
          <p:cNvSpPr txBox="1"/>
          <p:nvPr>
            <p:ph idx="1" type="body"/>
          </p:nvPr>
        </p:nvSpPr>
        <p:spPr>
          <a:xfrm>
            <a:off x="4631450" y="2170025"/>
            <a:ext cx="2896200" cy="18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286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28600" lvl="8" marL="4114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  <a:defRPr sz="1000"/>
            </a:lvl9pPr>
          </a:lstStyle>
          <a:p/>
        </p:txBody>
      </p:sp>
      <p:sp>
        <p:nvSpPr>
          <p:cNvPr id="1500" name="Google Shape;1500;p10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01" name="Google Shape;1501;p109"/>
          <p:cNvSpPr txBox="1"/>
          <p:nvPr>
            <p:ph idx="2" type="body"/>
          </p:nvPr>
        </p:nvSpPr>
        <p:spPr>
          <a:xfrm>
            <a:off x="4631450" y="827575"/>
            <a:ext cx="2896200" cy="12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502" name="Google Shape;1502;p109"/>
          <p:cNvSpPr txBox="1"/>
          <p:nvPr>
            <p:ph idx="3" type="title"/>
          </p:nvPr>
        </p:nvSpPr>
        <p:spPr>
          <a:xfrm>
            <a:off x="115025" y="502775"/>
            <a:ext cx="39054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503" name="Google Shape;1503;p109"/>
          <p:cNvSpPr txBox="1"/>
          <p:nvPr>
            <p:ph idx="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3 images">
  <p:cSld name="BLANK_1_1_1_1_2">
    <p:bg>
      <p:bgPr>
        <a:solidFill>
          <a:schemeClr val="lt1"/>
        </a:solidFill>
      </p:bgPr>
    </p:bg>
    <p:spTree>
      <p:nvGrpSpPr>
        <p:cNvPr id="1504" name="Shape 1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" name="Google Shape;1505;p110"/>
          <p:cNvSpPr/>
          <p:nvPr/>
        </p:nvSpPr>
        <p:spPr>
          <a:xfrm flipH="1" rot="10800000">
            <a:off x="4482600" y="741600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6" name="Google Shape;1506;p110"/>
          <p:cNvSpPr/>
          <p:nvPr/>
        </p:nvSpPr>
        <p:spPr>
          <a:xfrm flipH="1" rot="10800000">
            <a:off x="4482600" y="1014475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7" name="Google Shape;1507;p110"/>
          <p:cNvSpPr/>
          <p:nvPr/>
        </p:nvSpPr>
        <p:spPr>
          <a:xfrm flipH="1" rot="10800000">
            <a:off x="4482600" y="1594038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8" name="Google Shape;1508;p110"/>
          <p:cNvSpPr/>
          <p:nvPr/>
        </p:nvSpPr>
        <p:spPr>
          <a:xfrm flipH="1" rot="10800000">
            <a:off x="4482600" y="1291263"/>
            <a:ext cx="4640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9" name="Google Shape;1509;p110"/>
          <p:cNvSpPr txBox="1"/>
          <p:nvPr>
            <p:ph type="title"/>
          </p:nvPr>
        </p:nvSpPr>
        <p:spPr>
          <a:xfrm>
            <a:off x="91950" y="292050"/>
            <a:ext cx="4390500" cy="160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510" name="Google Shape;1510;p110"/>
          <p:cNvSpPr/>
          <p:nvPr>
            <p:ph idx="2" type="pic"/>
          </p:nvPr>
        </p:nvSpPr>
        <p:spPr>
          <a:xfrm>
            <a:off x="225300" y="3132125"/>
            <a:ext cx="1849800" cy="1770300"/>
          </a:xfrm>
          <a:prstGeom prst="rect">
            <a:avLst/>
          </a:prstGeom>
          <a:noFill/>
          <a:ln>
            <a:noFill/>
          </a:ln>
        </p:spPr>
      </p:sp>
      <p:sp>
        <p:nvSpPr>
          <p:cNvPr id="1511" name="Google Shape;1511;p110"/>
          <p:cNvSpPr/>
          <p:nvPr>
            <p:ph idx="3" type="pic"/>
          </p:nvPr>
        </p:nvSpPr>
        <p:spPr>
          <a:xfrm>
            <a:off x="5262525" y="228600"/>
            <a:ext cx="18651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2" name="Google Shape;1512;p110"/>
          <p:cNvSpPr/>
          <p:nvPr>
            <p:ph idx="4" type="pic"/>
          </p:nvPr>
        </p:nvSpPr>
        <p:spPr>
          <a:xfrm>
            <a:off x="7281675" y="228600"/>
            <a:ext cx="1849800" cy="1790100"/>
          </a:xfrm>
          <a:prstGeom prst="rect">
            <a:avLst/>
          </a:prstGeom>
          <a:noFill/>
          <a:ln>
            <a:noFill/>
          </a:ln>
        </p:spPr>
      </p:sp>
      <p:sp>
        <p:nvSpPr>
          <p:cNvPr id="1513" name="Google Shape;1513;p110"/>
          <p:cNvSpPr txBox="1"/>
          <p:nvPr>
            <p:ph idx="1" type="subTitle"/>
          </p:nvPr>
        </p:nvSpPr>
        <p:spPr>
          <a:xfrm>
            <a:off x="526252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14" name="Google Shape;1514;p110"/>
          <p:cNvSpPr txBox="1"/>
          <p:nvPr>
            <p:ph idx="5" type="subTitle"/>
          </p:nvPr>
        </p:nvSpPr>
        <p:spPr>
          <a:xfrm>
            <a:off x="7281675" y="2153019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15" name="Google Shape;1515;p110"/>
          <p:cNvSpPr txBox="1"/>
          <p:nvPr>
            <p:ph idx="6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16" name="Google Shape;1516;p110"/>
          <p:cNvSpPr txBox="1"/>
          <p:nvPr>
            <p:ph idx="7" type="title"/>
          </p:nvPr>
        </p:nvSpPr>
        <p:spPr>
          <a:xfrm>
            <a:off x="7420225" y="4723025"/>
            <a:ext cx="1583400" cy="189300"/>
          </a:xfrm>
          <a:prstGeom prst="rect">
            <a:avLst/>
          </a:prstGeom>
        </p:spPr>
        <p:txBody>
          <a:bodyPr anchorCtr="0" anchor="b" bIns="0" lIns="18287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517" name="Google Shape;1517;p110"/>
          <p:cNvSpPr txBox="1"/>
          <p:nvPr>
            <p:ph idx="8" type="subTitle"/>
          </p:nvPr>
        </p:nvSpPr>
        <p:spPr>
          <a:xfrm>
            <a:off x="2216381" y="3132125"/>
            <a:ext cx="1566900" cy="4809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518" name="Google Shape;1518;p110"/>
          <p:cNvGrpSpPr/>
          <p:nvPr/>
        </p:nvGrpSpPr>
        <p:grpSpPr>
          <a:xfrm>
            <a:off x="4308382" y="2704009"/>
            <a:ext cx="4833127" cy="2437045"/>
            <a:chOff x="4308382" y="2704009"/>
            <a:chExt cx="4833127" cy="2437045"/>
          </a:xfrm>
        </p:grpSpPr>
        <p:sp>
          <p:nvSpPr>
            <p:cNvPr id="1519" name="Google Shape;1519;p110"/>
            <p:cNvSpPr/>
            <p:nvPr/>
          </p:nvSpPr>
          <p:spPr>
            <a:xfrm>
              <a:off x="4308382" y="4487840"/>
              <a:ext cx="4833127" cy="653214"/>
            </a:xfrm>
            <a:custGeom>
              <a:rect b="b" l="l" r="r" t="t"/>
              <a:pathLst>
                <a:path extrusionOk="0" h="12128" w="89735">
                  <a:moveTo>
                    <a:pt x="6834" y="1"/>
                  </a:moveTo>
                  <a:lnTo>
                    <a:pt x="6030" y="336"/>
                  </a:lnTo>
                  <a:lnTo>
                    <a:pt x="5271" y="671"/>
                  </a:lnTo>
                  <a:lnTo>
                    <a:pt x="4556" y="1006"/>
                  </a:lnTo>
                  <a:lnTo>
                    <a:pt x="3887" y="1363"/>
                  </a:lnTo>
                  <a:lnTo>
                    <a:pt x="3284" y="1720"/>
                  </a:lnTo>
                  <a:lnTo>
                    <a:pt x="2703" y="2078"/>
                  </a:lnTo>
                  <a:lnTo>
                    <a:pt x="2212" y="2457"/>
                  </a:lnTo>
                  <a:lnTo>
                    <a:pt x="1743" y="2815"/>
                  </a:lnTo>
                  <a:lnTo>
                    <a:pt x="1341" y="3194"/>
                  </a:lnTo>
                  <a:lnTo>
                    <a:pt x="983" y="3574"/>
                  </a:lnTo>
                  <a:lnTo>
                    <a:pt x="693" y="3954"/>
                  </a:lnTo>
                  <a:lnTo>
                    <a:pt x="447" y="4333"/>
                  </a:lnTo>
                  <a:lnTo>
                    <a:pt x="246" y="4713"/>
                  </a:lnTo>
                  <a:lnTo>
                    <a:pt x="112" y="5093"/>
                  </a:lnTo>
                  <a:lnTo>
                    <a:pt x="68" y="5294"/>
                  </a:lnTo>
                  <a:lnTo>
                    <a:pt x="45" y="5495"/>
                  </a:lnTo>
                  <a:lnTo>
                    <a:pt x="23" y="5673"/>
                  </a:lnTo>
                  <a:lnTo>
                    <a:pt x="1" y="5874"/>
                  </a:lnTo>
                  <a:lnTo>
                    <a:pt x="23" y="6098"/>
                  </a:lnTo>
                  <a:lnTo>
                    <a:pt x="45" y="6299"/>
                  </a:lnTo>
                  <a:lnTo>
                    <a:pt x="90" y="6500"/>
                  </a:lnTo>
                  <a:lnTo>
                    <a:pt x="135" y="6723"/>
                  </a:lnTo>
                  <a:lnTo>
                    <a:pt x="202" y="6924"/>
                  </a:lnTo>
                  <a:lnTo>
                    <a:pt x="291" y="7125"/>
                  </a:lnTo>
                  <a:lnTo>
                    <a:pt x="403" y="7326"/>
                  </a:lnTo>
                  <a:lnTo>
                    <a:pt x="514" y="7527"/>
                  </a:lnTo>
                  <a:lnTo>
                    <a:pt x="782" y="7951"/>
                  </a:lnTo>
                  <a:lnTo>
                    <a:pt x="1140" y="8353"/>
                  </a:lnTo>
                  <a:lnTo>
                    <a:pt x="1542" y="8755"/>
                  </a:lnTo>
                  <a:lnTo>
                    <a:pt x="2011" y="9157"/>
                  </a:lnTo>
                  <a:lnTo>
                    <a:pt x="2524" y="9537"/>
                  </a:lnTo>
                  <a:lnTo>
                    <a:pt x="3105" y="9939"/>
                  </a:lnTo>
                  <a:lnTo>
                    <a:pt x="3753" y="10319"/>
                  </a:lnTo>
                  <a:lnTo>
                    <a:pt x="4445" y="10698"/>
                  </a:lnTo>
                  <a:lnTo>
                    <a:pt x="5204" y="11056"/>
                  </a:lnTo>
                  <a:lnTo>
                    <a:pt x="6030" y="11435"/>
                  </a:lnTo>
                  <a:lnTo>
                    <a:pt x="6901" y="11793"/>
                  </a:lnTo>
                  <a:lnTo>
                    <a:pt x="7839" y="12128"/>
                  </a:lnTo>
                  <a:lnTo>
                    <a:pt x="84799" y="12128"/>
                  </a:lnTo>
                  <a:lnTo>
                    <a:pt x="89734" y="9783"/>
                  </a:lnTo>
                  <a:lnTo>
                    <a:pt x="89734" y="1966"/>
                  </a:lnTo>
                  <a:lnTo>
                    <a:pt x="89310" y="1698"/>
                  </a:lnTo>
                  <a:lnTo>
                    <a:pt x="88886" y="1452"/>
                  </a:lnTo>
                  <a:lnTo>
                    <a:pt x="88439" y="1207"/>
                  </a:lnTo>
                  <a:lnTo>
                    <a:pt x="87948" y="961"/>
                  </a:lnTo>
                  <a:lnTo>
                    <a:pt x="86920" y="470"/>
                  </a:lnTo>
                  <a:lnTo>
                    <a:pt x="85781" y="1"/>
                  </a:lnTo>
                  <a:lnTo>
                    <a:pt x="84977" y="314"/>
                  </a:lnTo>
                  <a:lnTo>
                    <a:pt x="84106" y="604"/>
                  </a:lnTo>
                  <a:lnTo>
                    <a:pt x="83235" y="917"/>
                  </a:lnTo>
                  <a:lnTo>
                    <a:pt x="82297" y="1185"/>
                  </a:lnTo>
                  <a:lnTo>
                    <a:pt x="81359" y="1475"/>
                  </a:lnTo>
                  <a:lnTo>
                    <a:pt x="80355" y="1743"/>
                  </a:lnTo>
                  <a:lnTo>
                    <a:pt x="79350" y="2011"/>
                  </a:lnTo>
                  <a:lnTo>
                    <a:pt x="78300" y="2256"/>
                  </a:lnTo>
                  <a:lnTo>
                    <a:pt x="77228" y="2502"/>
                  </a:lnTo>
                  <a:lnTo>
                    <a:pt x="76111" y="2725"/>
                  </a:lnTo>
                  <a:lnTo>
                    <a:pt x="74972" y="2971"/>
                  </a:lnTo>
                  <a:lnTo>
                    <a:pt x="73811" y="3172"/>
                  </a:lnTo>
                  <a:lnTo>
                    <a:pt x="72627" y="3395"/>
                  </a:lnTo>
                  <a:lnTo>
                    <a:pt x="71421" y="3574"/>
                  </a:lnTo>
                  <a:lnTo>
                    <a:pt x="68920" y="3954"/>
                  </a:lnTo>
                  <a:lnTo>
                    <a:pt x="66329" y="4266"/>
                  </a:lnTo>
                  <a:lnTo>
                    <a:pt x="63672" y="4557"/>
                  </a:lnTo>
                  <a:lnTo>
                    <a:pt x="60925" y="4802"/>
                  </a:lnTo>
                  <a:lnTo>
                    <a:pt x="58111" y="5003"/>
                  </a:lnTo>
                  <a:lnTo>
                    <a:pt x="55230" y="5160"/>
                  </a:lnTo>
                  <a:lnTo>
                    <a:pt x="52304" y="5271"/>
                  </a:lnTo>
                  <a:lnTo>
                    <a:pt x="49334" y="5361"/>
                  </a:lnTo>
                  <a:lnTo>
                    <a:pt x="46319" y="5383"/>
                  </a:lnTo>
                  <a:lnTo>
                    <a:pt x="43282" y="5361"/>
                  </a:lnTo>
                  <a:lnTo>
                    <a:pt x="40312" y="5271"/>
                  </a:lnTo>
                  <a:lnTo>
                    <a:pt x="37386" y="5160"/>
                  </a:lnTo>
                  <a:lnTo>
                    <a:pt x="34505" y="5003"/>
                  </a:lnTo>
                  <a:lnTo>
                    <a:pt x="31691" y="4802"/>
                  </a:lnTo>
                  <a:lnTo>
                    <a:pt x="28944" y="4557"/>
                  </a:lnTo>
                  <a:lnTo>
                    <a:pt x="26286" y="4266"/>
                  </a:lnTo>
                  <a:lnTo>
                    <a:pt x="23696" y="3954"/>
                  </a:lnTo>
                  <a:lnTo>
                    <a:pt x="21195" y="3574"/>
                  </a:lnTo>
                  <a:lnTo>
                    <a:pt x="19989" y="3395"/>
                  </a:lnTo>
                  <a:lnTo>
                    <a:pt x="18805" y="3172"/>
                  </a:lnTo>
                  <a:lnTo>
                    <a:pt x="17644" y="2971"/>
                  </a:lnTo>
                  <a:lnTo>
                    <a:pt x="16505" y="2725"/>
                  </a:lnTo>
                  <a:lnTo>
                    <a:pt x="15410" y="2502"/>
                  </a:lnTo>
                  <a:lnTo>
                    <a:pt x="14316" y="2256"/>
                  </a:lnTo>
                  <a:lnTo>
                    <a:pt x="13266" y="2011"/>
                  </a:lnTo>
                  <a:lnTo>
                    <a:pt x="12261" y="1743"/>
                  </a:lnTo>
                  <a:lnTo>
                    <a:pt x="11279" y="1475"/>
                  </a:lnTo>
                  <a:lnTo>
                    <a:pt x="10318" y="1185"/>
                  </a:lnTo>
                  <a:lnTo>
                    <a:pt x="9403" y="917"/>
                  </a:lnTo>
                  <a:lnTo>
                    <a:pt x="8509" y="604"/>
                  </a:lnTo>
                  <a:lnTo>
                    <a:pt x="7661" y="314"/>
                  </a:lnTo>
                  <a:lnTo>
                    <a:pt x="6834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520" name="Google Shape;1520;p110"/>
            <p:cNvSpPr/>
            <p:nvPr/>
          </p:nvSpPr>
          <p:spPr>
            <a:xfrm>
              <a:off x="4308382" y="3740892"/>
              <a:ext cx="4833127" cy="741006"/>
            </a:xfrm>
            <a:custGeom>
              <a:rect b="b" l="l" r="r" t="t"/>
              <a:pathLst>
                <a:path extrusionOk="0" h="13758" w="89735">
                  <a:moveTo>
                    <a:pt x="13289" y="0"/>
                  </a:moveTo>
                  <a:lnTo>
                    <a:pt x="11725" y="402"/>
                  </a:lnTo>
                  <a:lnTo>
                    <a:pt x="10251" y="826"/>
                  </a:lnTo>
                  <a:lnTo>
                    <a:pt x="8889" y="1251"/>
                  </a:lnTo>
                  <a:lnTo>
                    <a:pt x="7594" y="1697"/>
                  </a:lnTo>
                  <a:lnTo>
                    <a:pt x="6410" y="2166"/>
                  </a:lnTo>
                  <a:lnTo>
                    <a:pt x="5316" y="2635"/>
                  </a:lnTo>
                  <a:lnTo>
                    <a:pt x="4333" y="3127"/>
                  </a:lnTo>
                  <a:lnTo>
                    <a:pt x="3864" y="3372"/>
                  </a:lnTo>
                  <a:lnTo>
                    <a:pt x="3440" y="3618"/>
                  </a:lnTo>
                  <a:lnTo>
                    <a:pt x="3038" y="3886"/>
                  </a:lnTo>
                  <a:lnTo>
                    <a:pt x="2636" y="4132"/>
                  </a:lnTo>
                  <a:lnTo>
                    <a:pt x="2279" y="4377"/>
                  </a:lnTo>
                  <a:lnTo>
                    <a:pt x="1944" y="4645"/>
                  </a:lnTo>
                  <a:lnTo>
                    <a:pt x="1653" y="4913"/>
                  </a:lnTo>
                  <a:lnTo>
                    <a:pt x="1363" y="5159"/>
                  </a:lnTo>
                  <a:lnTo>
                    <a:pt x="1117" y="5427"/>
                  </a:lnTo>
                  <a:lnTo>
                    <a:pt x="872" y="5695"/>
                  </a:lnTo>
                  <a:lnTo>
                    <a:pt x="671" y="5963"/>
                  </a:lnTo>
                  <a:lnTo>
                    <a:pt x="492" y="6231"/>
                  </a:lnTo>
                  <a:lnTo>
                    <a:pt x="358" y="6499"/>
                  </a:lnTo>
                  <a:lnTo>
                    <a:pt x="224" y="6789"/>
                  </a:lnTo>
                  <a:lnTo>
                    <a:pt x="135" y="7057"/>
                  </a:lnTo>
                  <a:lnTo>
                    <a:pt x="68" y="7325"/>
                  </a:lnTo>
                  <a:lnTo>
                    <a:pt x="23" y="7616"/>
                  </a:lnTo>
                  <a:lnTo>
                    <a:pt x="1" y="7884"/>
                  </a:lnTo>
                  <a:lnTo>
                    <a:pt x="23" y="8085"/>
                  </a:lnTo>
                  <a:lnTo>
                    <a:pt x="45" y="8263"/>
                  </a:lnTo>
                  <a:lnTo>
                    <a:pt x="68" y="8464"/>
                  </a:lnTo>
                  <a:lnTo>
                    <a:pt x="112" y="8665"/>
                  </a:lnTo>
                  <a:lnTo>
                    <a:pt x="246" y="9045"/>
                  </a:lnTo>
                  <a:lnTo>
                    <a:pt x="447" y="9425"/>
                  </a:lnTo>
                  <a:lnTo>
                    <a:pt x="693" y="9804"/>
                  </a:lnTo>
                  <a:lnTo>
                    <a:pt x="983" y="10184"/>
                  </a:lnTo>
                  <a:lnTo>
                    <a:pt x="1341" y="10564"/>
                  </a:lnTo>
                  <a:lnTo>
                    <a:pt x="1743" y="10943"/>
                  </a:lnTo>
                  <a:lnTo>
                    <a:pt x="2212" y="11301"/>
                  </a:lnTo>
                  <a:lnTo>
                    <a:pt x="2703" y="11680"/>
                  </a:lnTo>
                  <a:lnTo>
                    <a:pt x="3284" y="12038"/>
                  </a:lnTo>
                  <a:lnTo>
                    <a:pt x="3887" y="12395"/>
                  </a:lnTo>
                  <a:lnTo>
                    <a:pt x="4556" y="12752"/>
                  </a:lnTo>
                  <a:lnTo>
                    <a:pt x="5271" y="13087"/>
                  </a:lnTo>
                  <a:lnTo>
                    <a:pt x="6030" y="13422"/>
                  </a:lnTo>
                  <a:lnTo>
                    <a:pt x="6834" y="13757"/>
                  </a:lnTo>
                  <a:lnTo>
                    <a:pt x="7661" y="13445"/>
                  </a:lnTo>
                  <a:lnTo>
                    <a:pt x="8509" y="13154"/>
                  </a:lnTo>
                  <a:lnTo>
                    <a:pt x="9403" y="12864"/>
                  </a:lnTo>
                  <a:lnTo>
                    <a:pt x="10318" y="12574"/>
                  </a:lnTo>
                  <a:lnTo>
                    <a:pt x="11279" y="12283"/>
                  </a:lnTo>
                  <a:lnTo>
                    <a:pt x="12261" y="12015"/>
                  </a:lnTo>
                  <a:lnTo>
                    <a:pt x="13266" y="11747"/>
                  </a:lnTo>
                  <a:lnTo>
                    <a:pt x="14316" y="11502"/>
                  </a:lnTo>
                  <a:lnTo>
                    <a:pt x="15410" y="11256"/>
                  </a:lnTo>
                  <a:lnTo>
                    <a:pt x="16505" y="11033"/>
                  </a:lnTo>
                  <a:lnTo>
                    <a:pt x="17644" y="10809"/>
                  </a:lnTo>
                  <a:lnTo>
                    <a:pt x="18805" y="10586"/>
                  </a:lnTo>
                  <a:lnTo>
                    <a:pt x="19989" y="10385"/>
                  </a:lnTo>
                  <a:lnTo>
                    <a:pt x="21195" y="10184"/>
                  </a:lnTo>
                  <a:lnTo>
                    <a:pt x="23696" y="9804"/>
                  </a:lnTo>
                  <a:lnTo>
                    <a:pt x="26286" y="9492"/>
                  </a:lnTo>
                  <a:lnTo>
                    <a:pt x="28944" y="9201"/>
                  </a:lnTo>
                  <a:lnTo>
                    <a:pt x="31691" y="8956"/>
                  </a:lnTo>
                  <a:lnTo>
                    <a:pt x="34505" y="8755"/>
                  </a:lnTo>
                  <a:lnTo>
                    <a:pt x="37386" y="8598"/>
                  </a:lnTo>
                  <a:lnTo>
                    <a:pt x="40312" y="8487"/>
                  </a:lnTo>
                  <a:lnTo>
                    <a:pt x="43282" y="8420"/>
                  </a:lnTo>
                  <a:lnTo>
                    <a:pt x="46319" y="8397"/>
                  </a:lnTo>
                  <a:lnTo>
                    <a:pt x="49334" y="8420"/>
                  </a:lnTo>
                  <a:lnTo>
                    <a:pt x="52304" y="8487"/>
                  </a:lnTo>
                  <a:lnTo>
                    <a:pt x="55230" y="8598"/>
                  </a:lnTo>
                  <a:lnTo>
                    <a:pt x="58111" y="8755"/>
                  </a:lnTo>
                  <a:lnTo>
                    <a:pt x="60925" y="8956"/>
                  </a:lnTo>
                  <a:lnTo>
                    <a:pt x="63672" y="9201"/>
                  </a:lnTo>
                  <a:lnTo>
                    <a:pt x="66329" y="9492"/>
                  </a:lnTo>
                  <a:lnTo>
                    <a:pt x="68920" y="9804"/>
                  </a:lnTo>
                  <a:lnTo>
                    <a:pt x="71421" y="10184"/>
                  </a:lnTo>
                  <a:lnTo>
                    <a:pt x="72627" y="10385"/>
                  </a:lnTo>
                  <a:lnTo>
                    <a:pt x="73811" y="10586"/>
                  </a:lnTo>
                  <a:lnTo>
                    <a:pt x="74972" y="10809"/>
                  </a:lnTo>
                  <a:lnTo>
                    <a:pt x="76111" y="11033"/>
                  </a:lnTo>
                  <a:lnTo>
                    <a:pt x="77228" y="11256"/>
                  </a:lnTo>
                  <a:lnTo>
                    <a:pt x="78300" y="11502"/>
                  </a:lnTo>
                  <a:lnTo>
                    <a:pt x="79350" y="11747"/>
                  </a:lnTo>
                  <a:lnTo>
                    <a:pt x="80355" y="12015"/>
                  </a:lnTo>
                  <a:lnTo>
                    <a:pt x="81359" y="12283"/>
                  </a:lnTo>
                  <a:lnTo>
                    <a:pt x="82297" y="12574"/>
                  </a:lnTo>
                  <a:lnTo>
                    <a:pt x="83235" y="12864"/>
                  </a:lnTo>
                  <a:lnTo>
                    <a:pt x="84106" y="13154"/>
                  </a:lnTo>
                  <a:lnTo>
                    <a:pt x="84977" y="13445"/>
                  </a:lnTo>
                  <a:lnTo>
                    <a:pt x="85781" y="13757"/>
                  </a:lnTo>
                  <a:lnTo>
                    <a:pt x="86920" y="13288"/>
                  </a:lnTo>
                  <a:lnTo>
                    <a:pt x="87948" y="12797"/>
                  </a:lnTo>
                  <a:lnTo>
                    <a:pt x="88439" y="12551"/>
                  </a:lnTo>
                  <a:lnTo>
                    <a:pt x="88886" y="12306"/>
                  </a:lnTo>
                  <a:lnTo>
                    <a:pt x="89310" y="12060"/>
                  </a:lnTo>
                  <a:lnTo>
                    <a:pt x="89734" y="11792"/>
                  </a:lnTo>
                  <a:lnTo>
                    <a:pt x="89734" y="3975"/>
                  </a:lnTo>
                  <a:lnTo>
                    <a:pt x="89288" y="3685"/>
                  </a:lnTo>
                  <a:lnTo>
                    <a:pt x="88819" y="3417"/>
                  </a:lnTo>
                  <a:lnTo>
                    <a:pt x="88305" y="3149"/>
                  </a:lnTo>
                  <a:lnTo>
                    <a:pt x="87791" y="2881"/>
                  </a:lnTo>
                  <a:lnTo>
                    <a:pt x="87233" y="2613"/>
                  </a:lnTo>
                  <a:lnTo>
                    <a:pt x="86652" y="2367"/>
                  </a:lnTo>
                  <a:lnTo>
                    <a:pt x="86049" y="2099"/>
                  </a:lnTo>
                  <a:lnTo>
                    <a:pt x="85402" y="1854"/>
                  </a:lnTo>
                  <a:lnTo>
                    <a:pt x="84039" y="1362"/>
                  </a:lnTo>
                  <a:lnTo>
                    <a:pt x="82588" y="893"/>
                  </a:lnTo>
                  <a:lnTo>
                    <a:pt x="81002" y="424"/>
                  </a:lnTo>
                  <a:lnTo>
                    <a:pt x="79327" y="0"/>
                  </a:lnTo>
                  <a:lnTo>
                    <a:pt x="77652" y="380"/>
                  </a:lnTo>
                  <a:lnTo>
                    <a:pt x="75910" y="759"/>
                  </a:lnTo>
                  <a:lnTo>
                    <a:pt x="74101" y="1117"/>
                  </a:lnTo>
                  <a:lnTo>
                    <a:pt x="72225" y="1429"/>
                  </a:lnTo>
                  <a:lnTo>
                    <a:pt x="70305" y="1742"/>
                  </a:lnTo>
                  <a:lnTo>
                    <a:pt x="68317" y="2010"/>
                  </a:lnTo>
                  <a:lnTo>
                    <a:pt x="66307" y="2278"/>
                  </a:lnTo>
                  <a:lnTo>
                    <a:pt x="64230" y="2501"/>
                  </a:lnTo>
                  <a:lnTo>
                    <a:pt x="62108" y="2702"/>
                  </a:lnTo>
                  <a:lnTo>
                    <a:pt x="59942" y="2881"/>
                  </a:lnTo>
                  <a:lnTo>
                    <a:pt x="57754" y="3015"/>
                  </a:lnTo>
                  <a:lnTo>
                    <a:pt x="55520" y="3149"/>
                  </a:lnTo>
                  <a:lnTo>
                    <a:pt x="53242" y="3238"/>
                  </a:lnTo>
                  <a:lnTo>
                    <a:pt x="50964" y="3305"/>
                  </a:lnTo>
                  <a:lnTo>
                    <a:pt x="48642" y="3350"/>
                  </a:lnTo>
                  <a:lnTo>
                    <a:pt x="46319" y="3372"/>
                  </a:lnTo>
                  <a:lnTo>
                    <a:pt x="43974" y="3350"/>
                  </a:lnTo>
                  <a:lnTo>
                    <a:pt x="41652" y="3305"/>
                  </a:lnTo>
                  <a:lnTo>
                    <a:pt x="39374" y="3238"/>
                  </a:lnTo>
                  <a:lnTo>
                    <a:pt x="37096" y="3149"/>
                  </a:lnTo>
                  <a:lnTo>
                    <a:pt x="34885" y="3015"/>
                  </a:lnTo>
                  <a:lnTo>
                    <a:pt x="32674" y="2881"/>
                  </a:lnTo>
                  <a:lnTo>
                    <a:pt x="30507" y="2702"/>
                  </a:lnTo>
                  <a:lnTo>
                    <a:pt x="28408" y="2501"/>
                  </a:lnTo>
                  <a:lnTo>
                    <a:pt x="26331" y="2278"/>
                  </a:lnTo>
                  <a:lnTo>
                    <a:pt x="24299" y="2010"/>
                  </a:lnTo>
                  <a:lnTo>
                    <a:pt x="22311" y="1742"/>
                  </a:lnTo>
                  <a:lnTo>
                    <a:pt x="20391" y="1429"/>
                  </a:lnTo>
                  <a:lnTo>
                    <a:pt x="18515" y="1117"/>
                  </a:lnTo>
                  <a:lnTo>
                    <a:pt x="16706" y="759"/>
                  </a:lnTo>
                  <a:lnTo>
                    <a:pt x="14964" y="380"/>
                  </a:lnTo>
                  <a:lnTo>
                    <a:pt x="13289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521" name="Google Shape;1521;p110"/>
            <p:cNvSpPr/>
            <p:nvPr/>
          </p:nvSpPr>
          <p:spPr>
            <a:xfrm>
              <a:off x="4308382" y="2704009"/>
              <a:ext cx="4833127" cy="1032065"/>
            </a:xfrm>
            <a:custGeom>
              <a:rect b="b" l="l" r="r" t="t"/>
              <a:pathLst>
                <a:path extrusionOk="0" h="19162" w="89735">
                  <a:moveTo>
                    <a:pt x="43929" y="0"/>
                  </a:moveTo>
                  <a:lnTo>
                    <a:pt x="41585" y="45"/>
                  </a:lnTo>
                  <a:lnTo>
                    <a:pt x="39262" y="134"/>
                  </a:lnTo>
                  <a:lnTo>
                    <a:pt x="36984" y="224"/>
                  </a:lnTo>
                  <a:lnTo>
                    <a:pt x="34751" y="358"/>
                  </a:lnTo>
                  <a:lnTo>
                    <a:pt x="32562" y="492"/>
                  </a:lnTo>
                  <a:lnTo>
                    <a:pt x="30396" y="670"/>
                  </a:lnTo>
                  <a:lnTo>
                    <a:pt x="28296" y="871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11" y="1631"/>
                  </a:lnTo>
                  <a:lnTo>
                    <a:pt x="20435" y="1921"/>
                  </a:lnTo>
                  <a:lnTo>
                    <a:pt x="18626" y="2233"/>
                  </a:lnTo>
                  <a:lnTo>
                    <a:pt x="16884" y="2568"/>
                  </a:lnTo>
                  <a:lnTo>
                    <a:pt x="15187" y="2926"/>
                  </a:lnTo>
                  <a:lnTo>
                    <a:pt x="13579" y="3305"/>
                  </a:lnTo>
                  <a:lnTo>
                    <a:pt x="12060" y="3685"/>
                  </a:lnTo>
                  <a:lnTo>
                    <a:pt x="10586" y="4087"/>
                  </a:lnTo>
                  <a:lnTo>
                    <a:pt x="9224" y="4534"/>
                  </a:lnTo>
                  <a:lnTo>
                    <a:pt x="7929" y="4958"/>
                  </a:lnTo>
                  <a:lnTo>
                    <a:pt x="6723" y="5427"/>
                  </a:lnTo>
                  <a:lnTo>
                    <a:pt x="5606" y="5896"/>
                  </a:lnTo>
                  <a:lnTo>
                    <a:pt x="4579" y="6387"/>
                  </a:lnTo>
                  <a:lnTo>
                    <a:pt x="4110" y="6633"/>
                  </a:lnTo>
                  <a:lnTo>
                    <a:pt x="3663" y="6879"/>
                  </a:lnTo>
                  <a:lnTo>
                    <a:pt x="3217" y="7124"/>
                  </a:lnTo>
                  <a:lnTo>
                    <a:pt x="2815" y="7392"/>
                  </a:lnTo>
                  <a:lnTo>
                    <a:pt x="2435" y="7660"/>
                  </a:lnTo>
                  <a:lnTo>
                    <a:pt x="2100" y="7906"/>
                  </a:lnTo>
                  <a:lnTo>
                    <a:pt x="1765" y="8174"/>
                  </a:lnTo>
                  <a:lnTo>
                    <a:pt x="1475" y="8442"/>
                  </a:lnTo>
                  <a:lnTo>
                    <a:pt x="1207" y="8710"/>
                  </a:lnTo>
                  <a:lnTo>
                    <a:pt x="961" y="9000"/>
                  </a:lnTo>
                  <a:lnTo>
                    <a:pt x="738" y="9268"/>
                  </a:lnTo>
                  <a:lnTo>
                    <a:pt x="537" y="9559"/>
                  </a:lnTo>
                  <a:lnTo>
                    <a:pt x="380" y="9827"/>
                  </a:lnTo>
                  <a:lnTo>
                    <a:pt x="246" y="10117"/>
                  </a:lnTo>
                  <a:lnTo>
                    <a:pt x="135" y="10385"/>
                  </a:lnTo>
                  <a:lnTo>
                    <a:pt x="68" y="10675"/>
                  </a:lnTo>
                  <a:lnTo>
                    <a:pt x="23" y="10966"/>
                  </a:lnTo>
                  <a:lnTo>
                    <a:pt x="1" y="11256"/>
                  </a:lnTo>
                  <a:lnTo>
                    <a:pt x="23" y="11546"/>
                  </a:lnTo>
                  <a:lnTo>
                    <a:pt x="68" y="11814"/>
                  </a:lnTo>
                  <a:lnTo>
                    <a:pt x="135" y="12082"/>
                  </a:lnTo>
                  <a:lnTo>
                    <a:pt x="224" y="12373"/>
                  </a:lnTo>
                  <a:lnTo>
                    <a:pt x="358" y="12641"/>
                  </a:lnTo>
                  <a:lnTo>
                    <a:pt x="492" y="12909"/>
                  </a:lnTo>
                  <a:lnTo>
                    <a:pt x="671" y="13177"/>
                  </a:lnTo>
                  <a:lnTo>
                    <a:pt x="872" y="13445"/>
                  </a:lnTo>
                  <a:lnTo>
                    <a:pt x="1117" y="13713"/>
                  </a:lnTo>
                  <a:lnTo>
                    <a:pt x="1363" y="13981"/>
                  </a:lnTo>
                  <a:lnTo>
                    <a:pt x="1653" y="14249"/>
                  </a:lnTo>
                  <a:lnTo>
                    <a:pt x="1944" y="14494"/>
                  </a:lnTo>
                  <a:lnTo>
                    <a:pt x="2279" y="14762"/>
                  </a:lnTo>
                  <a:lnTo>
                    <a:pt x="2636" y="15008"/>
                  </a:lnTo>
                  <a:lnTo>
                    <a:pt x="3038" y="15276"/>
                  </a:lnTo>
                  <a:lnTo>
                    <a:pt x="3440" y="15522"/>
                  </a:lnTo>
                  <a:lnTo>
                    <a:pt x="3864" y="15767"/>
                  </a:lnTo>
                  <a:lnTo>
                    <a:pt x="4333" y="16013"/>
                  </a:lnTo>
                  <a:lnTo>
                    <a:pt x="5316" y="16504"/>
                  </a:lnTo>
                  <a:lnTo>
                    <a:pt x="6410" y="16973"/>
                  </a:lnTo>
                  <a:lnTo>
                    <a:pt x="7594" y="17442"/>
                  </a:lnTo>
                  <a:lnTo>
                    <a:pt x="8889" y="17889"/>
                  </a:lnTo>
                  <a:lnTo>
                    <a:pt x="10251" y="18335"/>
                  </a:lnTo>
                  <a:lnTo>
                    <a:pt x="11725" y="18737"/>
                  </a:lnTo>
                  <a:lnTo>
                    <a:pt x="13289" y="19162"/>
                  </a:lnTo>
                  <a:lnTo>
                    <a:pt x="14964" y="18760"/>
                  </a:lnTo>
                  <a:lnTo>
                    <a:pt x="16706" y="18380"/>
                  </a:lnTo>
                  <a:lnTo>
                    <a:pt x="18515" y="18023"/>
                  </a:lnTo>
                  <a:lnTo>
                    <a:pt x="20391" y="17710"/>
                  </a:lnTo>
                  <a:lnTo>
                    <a:pt x="22311" y="17398"/>
                  </a:lnTo>
                  <a:lnTo>
                    <a:pt x="24299" y="17130"/>
                  </a:lnTo>
                  <a:lnTo>
                    <a:pt x="26331" y="16884"/>
                  </a:lnTo>
                  <a:lnTo>
                    <a:pt x="28408" y="16638"/>
                  </a:lnTo>
                  <a:lnTo>
                    <a:pt x="30507" y="16437"/>
                  </a:lnTo>
                  <a:lnTo>
                    <a:pt x="32674" y="16281"/>
                  </a:lnTo>
                  <a:lnTo>
                    <a:pt x="34885" y="16125"/>
                  </a:lnTo>
                  <a:lnTo>
                    <a:pt x="37096" y="15991"/>
                  </a:lnTo>
                  <a:lnTo>
                    <a:pt x="39374" y="15901"/>
                  </a:lnTo>
                  <a:lnTo>
                    <a:pt x="41652" y="15834"/>
                  </a:lnTo>
                  <a:lnTo>
                    <a:pt x="43974" y="15790"/>
                  </a:lnTo>
                  <a:lnTo>
                    <a:pt x="46319" y="15767"/>
                  </a:lnTo>
                  <a:lnTo>
                    <a:pt x="48642" y="15790"/>
                  </a:lnTo>
                  <a:lnTo>
                    <a:pt x="50964" y="15834"/>
                  </a:lnTo>
                  <a:lnTo>
                    <a:pt x="53242" y="15901"/>
                  </a:lnTo>
                  <a:lnTo>
                    <a:pt x="55520" y="15991"/>
                  </a:lnTo>
                  <a:lnTo>
                    <a:pt x="57754" y="16125"/>
                  </a:lnTo>
                  <a:lnTo>
                    <a:pt x="59942" y="16281"/>
                  </a:lnTo>
                  <a:lnTo>
                    <a:pt x="62108" y="16437"/>
                  </a:lnTo>
                  <a:lnTo>
                    <a:pt x="64230" y="16638"/>
                  </a:lnTo>
                  <a:lnTo>
                    <a:pt x="66307" y="16884"/>
                  </a:lnTo>
                  <a:lnTo>
                    <a:pt x="68317" y="17130"/>
                  </a:lnTo>
                  <a:lnTo>
                    <a:pt x="70305" y="17398"/>
                  </a:lnTo>
                  <a:lnTo>
                    <a:pt x="72225" y="17710"/>
                  </a:lnTo>
                  <a:lnTo>
                    <a:pt x="74101" y="18023"/>
                  </a:lnTo>
                  <a:lnTo>
                    <a:pt x="75910" y="18380"/>
                  </a:lnTo>
                  <a:lnTo>
                    <a:pt x="77652" y="18760"/>
                  </a:lnTo>
                  <a:lnTo>
                    <a:pt x="79327" y="19162"/>
                  </a:lnTo>
                  <a:lnTo>
                    <a:pt x="81002" y="18715"/>
                  </a:lnTo>
                  <a:lnTo>
                    <a:pt x="82588" y="18269"/>
                  </a:lnTo>
                  <a:lnTo>
                    <a:pt x="84039" y="17777"/>
                  </a:lnTo>
                  <a:lnTo>
                    <a:pt x="85402" y="17286"/>
                  </a:lnTo>
                  <a:lnTo>
                    <a:pt x="86049" y="17040"/>
                  </a:lnTo>
                  <a:lnTo>
                    <a:pt x="86652" y="16795"/>
                  </a:lnTo>
                  <a:lnTo>
                    <a:pt x="87233" y="16527"/>
                  </a:lnTo>
                  <a:lnTo>
                    <a:pt x="87791" y="16259"/>
                  </a:lnTo>
                  <a:lnTo>
                    <a:pt x="88305" y="15991"/>
                  </a:lnTo>
                  <a:lnTo>
                    <a:pt x="88819" y="15723"/>
                  </a:lnTo>
                  <a:lnTo>
                    <a:pt x="89288" y="15455"/>
                  </a:lnTo>
                  <a:lnTo>
                    <a:pt x="89734" y="15187"/>
                  </a:lnTo>
                  <a:lnTo>
                    <a:pt x="89734" y="7348"/>
                  </a:lnTo>
                  <a:lnTo>
                    <a:pt x="89087" y="6946"/>
                  </a:lnTo>
                  <a:lnTo>
                    <a:pt x="88394" y="6566"/>
                  </a:lnTo>
                  <a:lnTo>
                    <a:pt x="87635" y="6186"/>
                  </a:lnTo>
                  <a:lnTo>
                    <a:pt x="86809" y="5807"/>
                  </a:lnTo>
                  <a:lnTo>
                    <a:pt x="85960" y="5449"/>
                  </a:lnTo>
                  <a:lnTo>
                    <a:pt x="85022" y="5092"/>
                  </a:lnTo>
                  <a:lnTo>
                    <a:pt x="84062" y="4735"/>
                  </a:lnTo>
                  <a:lnTo>
                    <a:pt x="83034" y="4400"/>
                  </a:lnTo>
                  <a:lnTo>
                    <a:pt x="81962" y="4065"/>
                  </a:lnTo>
                  <a:lnTo>
                    <a:pt x="80824" y="3752"/>
                  </a:lnTo>
                  <a:lnTo>
                    <a:pt x="79640" y="3439"/>
                  </a:lnTo>
                  <a:lnTo>
                    <a:pt x="78412" y="3149"/>
                  </a:lnTo>
                  <a:lnTo>
                    <a:pt x="77139" y="2859"/>
                  </a:lnTo>
                  <a:lnTo>
                    <a:pt x="75821" y="2591"/>
                  </a:lnTo>
                  <a:lnTo>
                    <a:pt x="74459" y="2323"/>
                  </a:lnTo>
                  <a:lnTo>
                    <a:pt x="73052" y="2055"/>
                  </a:lnTo>
                  <a:lnTo>
                    <a:pt x="71555" y="1809"/>
                  </a:lnTo>
                  <a:lnTo>
                    <a:pt x="70037" y="1586"/>
                  </a:lnTo>
                  <a:lnTo>
                    <a:pt x="68496" y="1363"/>
                  </a:lnTo>
                  <a:lnTo>
                    <a:pt x="66910" y="1162"/>
                  </a:lnTo>
                  <a:lnTo>
                    <a:pt x="65302" y="983"/>
                  </a:lnTo>
                  <a:lnTo>
                    <a:pt x="63672" y="804"/>
                  </a:lnTo>
                  <a:lnTo>
                    <a:pt x="62019" y="670"/>
                  </a:lnTo>
                  <a:lnTo>
                    <a:pt x="60344" y="514"/>
                  </a:lnTo>
                  <a:lnTo>
                    <a:pt x="58647" y="402"/>
                  </a:lnTo>
                  <a:lnTo>
                    <a:pt x="56950" y="291"/>
                  </a:lnTo>
                  <a:lnTo>
                    <a:pt x="55208" y="201"/>
                  </a:lnTo>
                  <a:lnTo>
                    <a:pt x="53443" y="134"/>
                  </a:lnTo>
                  <a:lnTo>
                    <a:pt x="51679" y="67"/>
                  </a:lnTo>
                  <a:lnTo>
                    <a:pt x="49915" y="23"/>
                  </a:lnTo>
                  <a:lnTo>
                    <a:pt x="48106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1">
  <p:cSld name="BLANK_1_1_1_1_1_1_1"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11"/>
          <p:cNvSpPr/>
          <p:nvPr/>
        </p:nvSpPr>
        <p:spPr>
          <a:xfrm>
            <a:off x="6519500" y="2216800"/>
            <a:ext cx="4728600" cy="1604700"/>
          </a:xfrm>
          <a:prstGeom prst="chord">
            <a:avLst>
              <a:gd fmla="val 4346562" name="adj1"/>
              <a:gd fmla="val 17254322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4" name="Google Shape;1524;p111"/>
          <p:cNvSpPr/>
          <p:nvPr/>
        </p:nvSpPr>
        <p:spPr>
          <a:xfrm rot="1800032">
            <a:off x="6670150" y="2309109"/>
            <a:ext cx="4728524" cy="1869582"/>
          </a:xfrm>
          <a:prstGeom prst="chord">
            <a:avLst>
              <a:gd fmla="val 3282930" name="adj1"/>
              <a:gd fmla="val 14744228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5" name="Google Shape;1525;p111"/>
          <p:cNvSpPr/>
          <p:nvPr/>
        </p:nvSpPr>
        <p:spPr>
          <a:xfrm>
            <a:off x="6008850" y="3120100"/>
            <a:ext cx="3135148" cy="2023395"/>
          </a:xfrm>
          <a:custGeom>
            <a:rect b="b" l="l" r="r" t="t"/>
            <a:pathLst>
              <a:path extrusionOk="0" h="29205" w="61561">
                <a:moveTo>
                  <a:pt x="61560" y="1"/>
                </a:moveTo>
                <a:lnTo>
                  <a:pt x="60172" y="120"/>
                </a:lnTo>
                <a:lnTo>
                  <a:pt x="58745" y="258"/>
                </a:lnTo>
                <a:lnTo>
                  <a:pt x="57318" y="417"/>
                </a:lnTo>
                <a:lnTo>
                  <a:pt x="55870" y="595"/>
                </a:lnTo>
                <a:lnTo>
                  <a:pt x="54403" y="814"/>
                </a:lnTo>
                <a:lnTo>
                  <a:pt x="52936" y="1051"/>
                </a:lnTo>
                <a:lnTo>
                  <a:pt x="51429" y="1309"/>
                </a:lnTo>
                <a:lnTo>
                  <a:pt x="49942" y="1587"/>
                </a:lnTo>
                <a:lnTo>
                  <a:pt x="48436" y="1884"/>
                </a:lnTo>
                <a:lnTo>
                  <a:pt x="46909" y="2221"/>
                </a:lnTo>
                <a:lnTo>
                  <a:pt x="45382" y="2578"/>
                </a:lnTo>
                <a:lnTo>
                  <a:pt x="43836" y="2955"/>
                </a:lnTo>
                <a:lnTo>
                  <a:pt x="42309" y="3351"/>
                </a:lnTo>
                <a:lnTo>
                  <a:pt x="40763" y="3787"/>
                </a:lnTo>
                <a:lnTo>
                  <a:pt x="39217" y="4224"/>
                </a:lnTo>
                <a:lnTo>
                  <a:pt x="37670" y="4699"/>
                </a:lnTo>
                <a:lnTo>
                  <a:pt x="35866" y="5274"/>
                </a:lnTo>
                <a:lnTo>
                  <a:pt x="34082" y="5869"/>
                </a:lnTo>
                <a:lnTo>
                  <a:pt x="32337" y="6484"/>
                </a:lnTo>
                <a:lnTo>
                  <a:pt x="30592" y="7118"/>
                </a:lnTo>
                <a:lnTo>
                  <a:pt x="28887" y="7792"/>
                </a:lnTo>
                <a:lnTo>
                  <a:pt x="27222" y="8466"/>
                </a:lnTo>
                <a:lnTo>
                  <a:pt x="25557" y="9160"/>
                </a:lnTo>
                <a:lnTo>
                  <a:pt x="23951" y="9894"/>
                </a:lnTo>
                <a:lnTo>
                  <a:pt x="22365" y="10627"/>
                </a:lnTo>
                <a:lnTo>
                  <a:pt x="20818" y="11381"/>
                </a:lnTo>
                <a:lnTo>
                  <a:pt x="19292" y="12154"/>
                </a:lnTo>
                <a:lnTo>
                  <a:pt x="17824" y="12927"/>
                </a:lnTo>
                <a:lnTo>
                  <a:pt x="16377" y="13740"/>
                </a:lnTo>
                <a:lnTo>
                  <a:pt x="14989" y="14553"/>
                </a:lnTo>
                <a:lnTo>
                  <a:pt x="13621" y="15386"/>
                </a:lnTo>
                <a:lnTo>
                  <a:pt x="12313" y="16218"/>
                </a:lnTo>
                <a:lnTo>
                  <a:pt x="11084" y="17051"/>
                </a:lnTo>
                <a:lnTo>
                  <a:pt x="9914" y="17884"/>
                </a:lnTo>
                <a:lnTo>
                  <a:pt x="8804" y="18716"/>
                </a:lnTo>
                <a:lnTo>
                  <a:pt x="7753" y="19549"/>
                </a:lnTo>
                <a:lnTo>
                  <a:pt x="6762" y="20382"/>
                </a:lnTo>
                <a:lnTo>
                  <a:pt x="5810" y="21214"/>
                </a:lnTo>
                <a:lnTo>
                  <a:pt x="4938" y="22027"/>
                </a:lnTo>
                <a:lnTo>
                  <a:pt x="4125" y="22860"/>
                </a:lnTo>
                <a:lnTo>
                  <a:pt x="3371" y="23693"/>
                </a:lnTo>
                <a:lnTo>
                  <a:pt x="2697" y="24505"/>
                </a:lnTo>
                <a:lnTo>
                  <a:pt x="2380" y="24902"/>
                </a:lnTo>
                <a:lnTo>
                  <a:pt x="2063" y="25298"/>
                </a:lnTo>
                <a:lnTo>
                  <a:pt x="1785" y="25715"/>
                </a:lnTo>
                <a:lnTo>
                  <a:pt x="1528" y="26111"/>
                </a:lnTo>
                <a:lnTo>
                  <a:pt x="1270" y="26508"/>
                </a:lnTo>
                <a:lnTo>
                  <a:pt x="1032" y="26904"/>
                </a:lnTo>
                <a:lnTo>
                  <a:pt x="814" y="27281"/>
                </a:lnTo>
                <a:lnTo>
                  <a:pt x="616" y="27678"/>
                </a:lnTo>
                <a:lnTo>
                  <a:pt x="437" y="28054"/>
                </a:lnTo>
                <a:lnTo>
                  <a:pt x="279" y="28451"/>
                </a:lnTo>
                <a:lnTo>
                  <a:pt x="120" y="28827"/>
                </a:lnTo>
                <a:lnTo>
                  <a:pt x="1" y="29204"/>
                </a:lnTo>
                <a:lnTo>
                  <a:pt x="61560" y="29204"/>
                </a:lnTo>
                <a:lnTo>
                  <a:pt x="61560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26" name="Google Shape;1526;p111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27" name="Google Shape;1527;p111"/>
          <p:cNvSpPr txBox="1"/>
          <p:nvPr>
            <p:ph idx="2" type="title"/>
          </p:nvPr>
        </p:nvSpPr>
        <p:spPr>
          <a:xfrm>
            <a:off x="115025" y="406250"/>
            <a:ext cx="6507000" cy="26568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500"/>
            </a:lvl9pPr>
          </a:lstStyle>
          <a:p/>
        </p:txBody>
      </p:sp>
      <p:sp>
        <p:nvSpPr>
          <p:cNvPr id="1528" name="Google Shape;1528;p111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29" name="Google Shape;1529;p111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Alt 2">
  <p:cSld name="BLANK_1_1_1_1_1_1_1_2">
    <p:spTree>
      <p:nvGrpSpPr>
        <p:cNvPr id="1530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112"/>
          <p:cNvSpPr/>
          <p:nvPr/>
        </p:nvSpPr>
        <p:spPr>
          <a:xfrm>
            <a:off x="5861425" y="3065475"/>
            <a:ext cx="3282600" cy="2078950"/>
          </a:xfrm>
          <a:custGeom>
            <a:rect b="b" l="l" r="r" t="t"/>
            <a:pathLst>
              <a:path extrusionOk="0" h="83158" w="131304">
                <a:moveTo>
                  <a:pt x="131286" y="0"/>
                </a:moveTo>
                <a:lnTo>
                  <a:pt x="131304" y="83132"/>
                </a:lnTo>
                <a:lnTo>
                  <a:pt x="0" y="83158"/>
                </a:lnTo>
                <a:lnTo>
                  <a:pt x="55816" y="4343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532" name="Google Shape;1532;p112"/>
          <p:cNvSpPr/>
          <p:nvPr/>
        </p:nvSpPr>
        <p:spPr>
          <a:xfrm>
            <a:off x="6818025" y="1675"/>
            <a:ext cx="2326300" cy="3183925"/>
          </a:xfrm>
          <a:custGeom>
            <a:rect b="b" l="l" r="r" t="t"/>
            <a:pathLst>
              <a:path extrusionOk="0" h="127357" w="93052">
                <a:moveTo>
                  <a:pt x="17353" y="127357"/>
                </a:moveTo>
                <a:lnTo>
                  <a:pt x="0" y="18662"/>
                </a:lnTo>
                <a:lnTo>
                  <a:pt x="93052" y="0"/>
                </a:lnTo>
                <a:lnTo>
                  <a:pt x="93019" y="122556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grpSp>
        <p:nvGrpSpPr>
          <p:cNvPr id="1533" name="Google Shape;1533;p112"/>
          <p:cNvGrpSpPr/>
          <p:nvPr/>
        </p:nvGrpSpPr>
        <p:grpSpPr>
          <a:xfrm>
            <a:off x="25" y="4625"/>
            <a:ext cx="2329791" cy="795413"/>
            <a:chOff x="21" y="-511"/>
            <a:chExt cx="2329791" cy="800617"/>
          </a:xfrm>
        </p:grpSpPr>
        <p:grpSp>
          <p:nvGrpSpPr>
            <p:cNvPr id="1534" name="Google Shape;1534;p112"/>
            <p:cNvGrpSpPr/>
            <p:nvPr/>
          </p:nvGrpSpPr>
          <p:grpSpPr>
            <a:xfrm flipH="1" rot="10800000">
              <a:off x="25" y="392516"/>
              <a:ext cx="1927788" cy="407590"/>
              <a:chOff x="537425" y="3249175"/>
              <a:chExt cx="1774800" cy="370200"/>
            </a:xfrm>
          </p:grpSpPr>
          <p:sp>
            <p:nvSpPr>
              <p:cNvPr id="1535" name="Google Shape;1535;p112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36" name="Google Shape;1536;p11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37" name="Google Shape;1537;p11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38" name="Google Shape;1538;p11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39" name="Google Shape;1539;p11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40" name="Google Shape;1540;p112"/>
            <p:cNvGrpSpPr/>
            <p:nvPr/>
          </p:nvGrpSpPr>
          <p:grpSpPr>
            <a:xfrm flipH="1" rot="10800000">
              <a:off x="21" y="-511"/>
              <a:ext cx="1927788" cy="393115"/>
              <a:chOff x="537425" y="3249175"/>
              <a:chExt cx="1774800" cy="370200"/>
            </a:xfrm>
          </p:grpSpPr>
          <p:sp>
            <p:nvSpPr>
              <p:cNvPr id="1541" name="Google Shape;1541;p112"/>
              <p:cNvSpPr/>
              <p:nvPr/>
            </p:nvSpPr>
            <p:spPr>
              <a:xfrm>
                <a:off x="537425" y="3249175"/>
                <a:ext cx="2940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42" name="Google Shape;1542;p11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43" name="Google Shape;1543;p11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44" name="Google Shape;1544;p11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45" name="Google Shape;1545;p11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546" name="Google Shape;1546;p112"/>
            <p:cNvSpPr/>
            <p:nvPr/>
          </p:nvSpPr>
          <p:spPr>
            <a:xfrm flipH="1" rot="10800000">
              <a:off x="1927813" y="392406"/>
              <a:ext cx="402000" cy="4077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547" name="Google Shape;1547;p112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BM Plex Sans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548" name="Google Shape;1548;p112"/>
          <p:cNvSpPr/>
          <p:nvPr/>
        </p:nvSpPr>
        <p:spPr>
          <a:xfrm rot="386111">
            <a:off x="5422314" y="2861786"/>
            <a:ext cx="5875319" cy="1732905"/>
          </a:xfrm>
          <a:prstGeom prst="chord">
            <a:avLst>
              <a:gd fmla="val 2600939" name="adj1"/>
              <a:gd fmla="val 18561181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49" name="Google Shape;1549;p112"/>
          <p:cNvSpPr/>
          <p:nvPr/>
        </p:nvSpPr>
        <p:spPr>
          <a:xfrm rot="1800094">
            <a:off x="5534438" y="2649896"/>
            <a:ext cx="4427191" cy="1750358"/>
          </a:xfrm>
          <a:prstGeom prst="chord">
            <a:avLst>
              <a:gd fmla="val 837048" name="adj1"/>
              <a:gd fmla="val 19665286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50" name="Google Shape;1550;p112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51" name="Google Shape;1551;p112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52" name="Google Shape;1552;p112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_1_10">
    <p:spTree>
      <p:nvGrpSpPr>
        <p:cNvPr id="1553" name="Shape 1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4" name="Google Shape;1554;p113"/>
          <p:cNvSpPr/>
          <p:nvPr/>
        </p:nvSpPr>
        <p:spPr>
          <a:xfrm flipH="1" rot="-900031">
            <a:off x="1792020" y="1182391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55" name="Google Shape;1555;p113"/>
          <p:cNvSpPr/>
          <p:nvPr/>
        </p:nvSpPr>
        <p:spPr>
          <a:xfrm rot="10800000">
            <a:off x="1792025" y="1182400"/>
            <a:ext cx="5559900" cy="1963500"/>
          </a:xfrm>
          <a:prstGeom prst="ellipse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56" name="Google Shape;1556;p113"/>
          <p:cNvSpPr txBox="1"/>
          <p:nvPr>
            <p:ph idx="1" type="body"/>
          </p:nvPr>
        </p:nvSpPr>
        <p:spPr>
          <a:xfrm>
            <a:off x="2351750" y="3857450"/>
            <a:ext cx="43467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/>
            </a:lvl9pPr>
          </a:lstStyle>
          <a:p/>
        </p:txBody>
      </p:sp>
      <p:sp>
        <p:nvSpPr>
          <p:cNvPr id="1557" name="Google Shape;1557;p113"/>
          <p:cNvSpPr txBox="1"/>
          <p:nvPr>
            <p:ph hasCustomPrompt="1" type="title"/>
          </p:nvPr>
        </p:nvSpPr>
        <p:spPr>
          <a:xfrm>
            <a:off x="2662050" y="1182350"/>
            <a:ext cx="3819900" cy="19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58" name="Google Shape;1558;p113"/>
          <p:cNvSpPr/>
          <p:nvPr/>
        </p:nvSpPr>
        <p:spPr>
          <a:xfrm flipH="1" rot="900031">
            <a:off x="1791931" y="1182353"/>
            <a:ext cx="5560068" cy="196350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1_1_1_1_1_1_9">
    <p:spTree>
      <p:nvGrpSpPr>
        <p:cNvPr id="1559" name="Shape 1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60" name="Google Shape;1560;p114"/>
          <p:cNvGrpSpPr/>
          <p:nvPr/>
        </p:nvGrpSpPr>
        <p:grpSpPr>
          <a:xfrm flipH="1">
            <a:off x="3212200" y="0"/>
            <a:ext cx="1851000" cy="1225325"/>
            <a:chOff x="461225" y="3875100"/>
            <a:chExt cx="1851000" cy="1225325"/>
          </a:xfrm>
        </p:grpSpPr>
        <p:grpSp>
          <p:nvGrpSpPr>
            <p:cNvPr id="1561" name="Google Shape;1561;p114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562" name="Google Shape;1562;p114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3" name="Google Shape;1563;p114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4" name="Google Shape;1564;p114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5" name="Google Shape;1565;p114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6" name="Google Shape;1566;p114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67" name="Google Shape;1567;p114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568" name="Google Shape;1568;p114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69" name="Google Shape;1569;p1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0" name="Google Shape;1570;p11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1" name="Google Shape;1571;p114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572" name="Google Shape;1572;p114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573" name="Google Shape;1573;p114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4" name="Google Shape;1574;p114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5" name="Google Shape;1575;p114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576" name="Google Shape;1576;p114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577" name="Google Shape;1577;p114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78" name="Google Shape;1578;p114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579" name="Google Shape;1579;p114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CUSTOM_2">
    <p:spTree>
      <p:nvGrpSpPr>
        <p:cNvPr id="1580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11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582" name="Google Shape;1582;p115"/>
          <p:cNvSpPr txBox="1"/>
          <p:nvPr>
            <p:ph idx="2" type="title"/>
          </p:nvPr>
        </p:nvSpPr>
        <p:spPr>
          <a:xfrm>
            <a:off x="115025" y="502775"/>
            <a:ext cx="54000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grpSp>
        <p:nvGrpSpPr>
          <p:cNvPr id="1583" name="Google Shape;1583;p115"/>
          <p:cNvGrpSpPr/>
          <p:nvPr/>
        </p:nvGrpSpPr>
        <p:grpSpPr>
          <a:xfrm flipH="1" rot="10800000">
            <a:off x="6179902" y="24"/>
            <a:ext cx="2963226" cy="1495659"/>
            <a:chOff x="4306084" y="2701610"/>
            <a:chExt cx="4837921" cy="2441893"/>
          </a:xfrm>
        </p:grpSpPr>
        <p:sp>
          <p:nvSpPr>
            <p:cNvPr id="1584" name="Google Shape;1584;p115"/>
            <p:cNvSpPr/>
            <p:nvPr/>
          </p:nvSpPr>
          <p:spPr>
            <a:xfrm>
              <a:off x="4306084" y="4485495"/>
              <a:ext cx="4837921" cy="658008"/>
            </a:xfrm>
            <a:custGeom>
              <a:rect b="b" l="l" r="r" t="t"/>
              <a:pathLst>
                <a:path extrusionOk="0" fill="none" h="12217" w="89824">
                  <a:moveTo>
                    <a:pt x="85826" y="0"/>
                  </a:moveTo>
                  <a:lnTo>
                    <a:pt x="85826" y="0"/>
                  </a:lnTo>
                  <a:lnTo>
                    <a:pt x="85045" y="291"/>
                  </a:lnTo>
                  <a:lnTo>
                    <a:pt x="84218" y="581"/>
                  </a:lnTo>
                  <a:lnTo>
                    <a:pt x="83370" y="871"/>
                  </a:lnTo>
                  <a:lnTo>
                    <a:pt x="82476" y="1139"/>
                  </a:lnTo>
                  <a:lnTo>
                    <a:pt x="81538" y="1430"/>
                  </a:lnTo>
                  <a:lnTo>
                    <a:pt x="80578" y="1697"/>
                  </a:lnTo>
                  <a:lnTo>
                    <a:pt x="79596" y="1943"/>
                  </a:lnTo>
                  <a:lnTo>
                    <a:pt x="78568" y="2189"/>
                  </a:lnTo>
                  <a:lnTo>
                    <a:pt x="77496" y="2434"/>
                  </a:lnTo>
                  <a:lnTo>
                    <a:pt x="76424" y="2680"/>
                  </a:lnTo>
                  <a:lnTo>
                    <a:pt x="75308" y="2903"/>
                  </a:lnTo>
                  <a:lnTo>
                    <a:pt x="74146" y="3104"/>
                  </a:lnTo>
                  <a:lnTo>
                    <a:pt x="71779" y="3529"/>
                  </a:lnTo>
                  <a:lnTo>
                    <a:pt x="69278" y="3886"/>
                  </a:lnTo>
                  <a:lnTo>
                    <a:pt x="66709" y="4221"/>
                  </a:lnTo>
                  <a:lnTo>
                    <a:pt x="64029" y="4511"/>
                  </a:lnTo>
                  <a:lnTo>
                    <a:pt x="61260" y="4779"/>
                  </a:lnTo>
                  <a:lnTo>
                    <a:pt x="58424" y="4980"/>
                  </a:lnTo>
                  <a:lnTo>
                    <a:pt x="55498" y="5159"/>
                  </a:lnTo>
                  <a:lnTo>
                    <a:pt x="52506" y="5271"/>
                  </a:lnTo>
                  <a:lnTo>
                    <a:pt x="49468" y="5338"/>
                  </a:lnTo>
                  <a:lnTo>
                    <a:pt x="46364" y="5382"/>
                  </a:lnTo>
                  <a:lnTo>
                    <a:pt x="46364" y="5382"/>
                  </a:lnTo>
                  <a:lnTo>
                    <a:pt x="43260" y="5338"/>
                  </a:lnTo>
                  <a:lnTo>
                    <a:pt x="40200" y="5271"/>
                  </a:lnTo>
                  <a:lnTo>
                    <a:pt x="37208" y="5159"/>
                  </a:lnTo>
                  <a:lnTo>
                    <a:pt x="34304" y="4980"/>
                  </a:lnTo>
                  <a:lnTo>
                    <a:pt x="31446" y="4779"/>
                  </a:lnTo>
                  <a:lnTo>
                    <a:pt x="28676" y="4511"/>
                  </a:lnTo>
                  <a:lnTo>
                    <a:pt x="25996" y="4221"/>
                  </a:lnTo>
                  <a:lnTo>
                    <a:pt x="23428" y="3886"/>
                  </a:lnTo>
                  <a:lnTo>
                    <a:pt x="20927" y="3529"/>
                  </a:lnTo>
                  <a:lnTo>
                    <a:pt x="18560" y="3104"/>
                  </a:lnTo>
                  <a:lnTo>
                    <a:pt x="17421" y="2903"/>
                  </a:lnTo>
                  <a:lnTo>
                    <a:pt x="16282" y="2680"/>
                  </a:lnTo>
                  <a:lnTo>
                    <a:pt x="15210" y="2434"/>
                  </a:lnTo>
                  <a:lnTo>
                    <a:pt x="14138" y="2189"/>
                  </a:lnTo>
                  <a:lnTo>
                    <a:pt x="13110" y="1943"/>
                  </a:lnTo>
                  <a:lnTo>
                    <a:pt x="12128" y="1697"/>
                  </a:lnTo>
                  <a:lnTo>
                    <a:pt x="11167" y="1430"/>
                  </a:lnTo>
                  <a:lnTo>
                    <a:pt x="10229" y="1139"/>
                  </a:lnTo>
                  <a:lnTo>
                    <a:pt x="9336" y="871"/>
                  </a:lnTo>
                  <a:lnTo>
                    <a:pt x="8487" y="581"/>
                  </a:lnTo>
                  <a:lnTo>
                    <a:pt x="7661" y="291"/>
                  </a:lnTo>
                  <a:lnTo>
                    <a:pt x="6879" y="0"/>
                  </a:lnTo>
                  <a:lnTo>
                    <a:pt x="6879" y="0"/>
                  </a:lnTo>
                  <a:lnTo>
                    <a:pt x="6075" y="313"/>
                  </a:lnTo>
                  <a:lnTo>
                    <a:pt x="5338" y="648"/>
                  </a:lnTo>
                  <a:lnTo>
                    <a:pt x="4624" y="983"/>
                  </a:lnTo>
                  <a:lnTo>
                    <a:pt x="3976" y="1340"/>
                  </a:lnTo>
                  <a:lnTo>
                    <a:pt x="3351" y="1697"/>
                  </a:lnTo>
                  <a:lnTo>
                    <a:pt x="2793" y="2055"/>
                  </a:lnTo>
                  <a:lnTo>
                    <a:pt x="2279" y="2412"/>
                  </a:lnTo>
                  <a:lnTo>
                    <a:pt x="1810" y="2792"/>
                  </a:lnTo>
                  <a:lnTo>
                    <a:pt x="1386" y="3171"/>
                  </a:lnTo>
                  <a:lnTo>
                    <a:pt x="1028" y="3551"/>
                  </a:lnTo>
                  <a:lnTo>
                    <a:pt x="716" y="3931"/>
                  </a:lnTo>
                  <a:lnTo>
                    <a:pt x="470" y="4310"/>
                  </a:lnTo>
                  <a:lnTo>
                    <a:pt x="269" y="4712"/>
                  </a:lnTo>
                  <a:lnTo>
                    <a:pt x="180" y="4913"/>
                  </a:lnTo>
                  <a:lnTo>
                    <a:pt x="135" y="5114"/>
                  </a:lnTo>
                  <a:lnTo>
                    <a:pt x="68" y="5315"/>
                  </a:lnTo>
                  <a:lnTo>
                    <a:pt x="46" y="5516"/>
                  </a:lnTo>
                  <a:lnTo>
                    <a:pt x="23" y="5717"/>
                  </a:lnTo>
                  <a:lnTo>
                    <a:pt x="1" y="5918"/>
                  </a:lnTo>
                  <a:lnTo>
                    <a:pt x="1" y="5918"/>
                  </a:lnTo>
                  <a:lnTo>
                    <a:pt x="23" y="6142"/>
                  </a:lnTo>
                  <a:lnTo>
                    <a:pt x="46" y="6365"/>
                  </a:lnTo>
                  <a:lnTo>
                    <a:pt x="90" y="6566"/>
                  </a:lnTo>
                  <a:lnTo>
                    <a:pt x="135" y="6789"/>
                  </a:lnTo>
                  <a:lnTo>
                    <a:pt x="224" y="7013"/>
                  </a:lnTo>
                  <a:lnTo>
                    <a:pt x="314" y="7214"/>
                  </a:lnTo>
                  <a:lnTo>
                    <a:pt x="425" y="7437"/>
                  </a:lnTo>
                  <a:lnTo>
                    <a:pt x="537" y="7638"/>
                  </a:lnTo>
                  <a:lnTo>
                    <a:pt x="671" y="7839"/>
                  </a:lnTo>
                  <a:lnTo>
                    <a:pt x="827" y="8062"/>
                  </a:lnTo>
                  <a:lnTo>
                    <a:pt x="1185" y="8464"/>
                  </a:lnTo>
                  <a:lnTo>
                    <a:pt x="1609" y="8866"/>
                  </a:lnTo>
                  <a:lnTo>
                    <a:pt x="2078" y="9268"/>
                  </a:lnTo>
                  <a:lnTo>
                    <a:pt x="2614" y="9670"/>
                  </a:lnTo>
                  <a:lnTo>
                    <a:pt x="3195" y="10050"/>
                  </a:lnTo>
                  <a:lnTo>
                    <a:pt x="3842" y="10430"/>
                  </a:lnTo>
                  <a:lnTo>
                    <a:pt x="4557" y="10809"/>
                  </a:lnTo>
                  <a:lnTo>
                    <a:pt x="5294" y="11167"/>
                  </a:lnTo>
                  <a:lnTo>
                    <a:pt x="6098" y="11524"/>
                  </a:lnTo>
                  <a:lnTo>
                    <a:pt x="6969" y="11881"/>
                  </a:lnTo>
                  <a:lnTo>
                    <a:pt x="7862" y="12216"/>
                  </a:lnTo>
                  <a:lnTo>
                    <a:pt x="84844" y="12216"/>
                  </a:lnTo>
                  <a:lnTo>
                    <a:pt x="89824" y="9871"/>
                  </a:lnTo>
                  <a:lnTo>
                    <a:pt x="89824" y="1988"/>
                  </a:lnTo>
                  <a:lnTo>
                    <a:pt x="89824" y="1988"/>
                  </a:lnTo>
                  <a:lnTo>
                    <a:pt x="89400" y="1720"/>
                  </a:lnTo>
                  <a:lnTo>
                    <a:pt x="88975" y="1474"/>
                  </a:lnTo>
                  <a:lnTo>
                    <a:pt x="88506" y="1206"/>
                  </a:lnTo>
                  <a:lnTo>
                    <a:pt x="88015" y="961"/>
                  </a:lnTo>
                  <a:lnTo>
                    <a:pt x="87501" y="715"/>
                  </a:lnTo>
                  <a:lnTo>
                    <a:pt x="86965" y="469"/>
                  </a:lnTo>
                  <a:lnTo>
                    <a:pt x="85826" y="0"/>
                  </a:lnTo>
                  <a:lnTo>
                    <a:pt x="85826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585" name="Google Shape;1585;p115"/>
            <p:cNvSpPr/>
            <p:nvPr/>
          </p:nvSpPr>
          <p:spPr>
            <a:xfrm>
              <a:off x="4306084" y="3738493"/>
              <a:ext cx="4837921" cy="747038"/>
            </a:xfrm>
            <a:custGeom>
              <a:rect b="b" l="l" r="r" t="t"/>
              <a:pathLst>
                <a:path extrusionOk="0" fill="none" h="13870" w="89824">
                  <a:moveTo>
                    <a:pt x="79372" y="0"/>
                  </a:moveTo>
                  <a:lnTo>
                    <a:pt x="79372" y="0"/>
                  </a:lnTo>
                  <a:lnTo>
                    <a:pt x="77764" y="380"/>
                  </a:lnTo>
                  <a:lnTo>
                    <a:pt x="76067" y="737"/>
                  </a:lnTo>
                  <a:lnTo>
                    <a:pt x="74325" y="1072"/>
                  </a:lnTo>
                  <a:lnTo>
                    <a:pt x="72494" y="1407"/>
                  </a:lnTo>
                  <a:lnTo>
                    <a:pt x="70595" y="1698"/>
                  </a:lnTo>
                  <a:lnTo>
                    <a:pt x="68652" y="1966"/>
                  </a:lnTo>
                  <a:lnTo>
                    <a:pt x="66642" y="2234"/>
                  </a:lnTo>
                  <a:lnTo>
                    <a:pt x="64565" y="2457"/>
                  </a:lnTo>
                  <a:lnTo>
                    <a:pt x="62444" y="2658"/>
                  </a:lnTo>
                  <a:lnTo>
                    <a:pt x="60278" y="2859"/>
                  </a:lnTo>
                  <a:lnTo>
                    <a:pt x="58044" y="3015"/>
                  </a:lnTo>
                  <a:lnTo>
                    <a:pt x="55789" y="3127"/>
                  </a:lnTo>
                  <a:lnTo>
                    <a:pt x="53488" y="3239"/>
                  </a:lnTo>
                  <a:lnTo>
                    <a:pt x="51143" y="3306"/>
                  </a:lnTo>
                  <a:lnTo>
                    <a:pt x="48754" y="3350"/>
                  </a:lnTo>
                  <a:lnTo>
                    <a:pt x="46364" y="3373"/>
                  </a:lnTo>
                  <a:lnTo>
                    <a:pt x="46364" y="3373"/>
                  </a:lnTo>
                  <a:lnTo>
                    <a:pt x="43952" y="3350"/>
                  </a:lnTo>
                  <a:lnTo>
                    <a:pt x="41563" y="3306"/>
                  </a:lnTo>
                  <a:lnTo>
                    <a:pt x="39218" y="3239"/>
                  </a:lnTo>
                  <a:lnTo>
                    <a:pt x="36917" y="3127"/>
                  </a:lnTo>
                  <a:lnTo>
                    <a:pt x="34662" y="3015"/>
                  </a:lnTo>
                  <a:lnTo>
                    <a:pt x="32451" y="2859"/>
                  </a:lnTo>
                  <a:lnTo>
                    <a:pt x="30262" y="2658"/>
                  </a:lnTo>
                  <a:lnTo>
                    <a:pt x="28140" y="2457"/>
                  </a:lnTo>
                  <a:lnTo>
                    <a:pt x="26086" y="2234"/>
                  </a:lnTo>
                  <a:lnTo>
                    <a:pt x="24053" y="1966"/>
                  </a:lnTo>
                  <a:lnTo>
                    <a:pt x="22111" y="1698"/>
                  </a:lnTo>
                  <a:lnTo>
                    <a:pt x="20212" y="1407"/>
                  </a:lnTo>
                  <a:lnTo>
                    <a:pt x="18381" y="1072"/>
                  </a:lnTo>
                  <a:lnTo>
                    <a:pt x="16639" y="737"/>
                  </a:lnTo>
                  <a:lnTo>
                    <a:pt x="14942" y="380"/>
                  </a:lnTo>
                  <a:lnTo>
                    <a:pt x="13334" y="0"/>
                  </a:lnTo>
                  <a:lnTo>
                    <a:pt x="13334" y="0"/>
                  </a:lnTo>
                  <a:lnTo>
                    <a:pt x="11815" y="380"/>
                  </a:lnTo>
                  <a:lnTo>
                    <a:pt x="10386" y="782"/>
                  </a:lnTo>
                  <a:lnTo>
                    <a:pt x="9046" y="1229"/>
                  </a:lnTo>
                  <a:lnTo>
                    <a:pt x="7773" y="1653"/>
                  </a:lnTo>
                  <a:lnTo>
                    <a:pt x="6589" y="2122"/>
                  </a:lnTo>
                  <a:lnTo>
                    <a:pt x="5495" y="2591"/>
                  </a:lnTo>
                  <a:lnTo>
                    <a:pt x="4490" y="3060"/>
                  </a:lnTo>
                  <a:lnTo>
                    <a:pt x="4021" y="3328"/>
                  </a:lnTo>
                  <a:lnTo>
                    <a:pt x="3574" y="3574"/>
                  </a:lnTo>
                  <a:lnTo>
                    <a:pt x="3150" y="3819"/>
                  </a:lnTo>
                  <a:lnTo>
                    <a:pt x="2770" y="4087"/>
                  </a:lnTo>
                  <a:lnTo>
                    <a:pt x="2391" y="4333"/>
                  </a:lnTo>
                  <a:lnTo>
                    <a:pt x="2056" y="4601"/>
                  </a:lnTo>
                  <a:lnTo>
                    <a:pt x="1743" y="4869"/>
                  </a:lnTo>
                  <a:lnTo>
                    <a:pt x="1430" y="5137"/>
                  </a:lnTo>
                  <a:lnTo>
                    <a:pt x="1162" y="5405"/>
                  </a:lnTo>
                  <a:lnTo>
                    <a:pt x="939" y="5673"/>
                  </a:lnTo>
                  <a:lnTo>
                    <a:pt x="716" y="5941"/>
                  </a:lnTo>
                  <a:lnTo>
                    <a:pt x="537" y="6231"/>
                  </a:lnTo>
                  <a:lnTo>
                    <a:pt x="381" y="6499"/>
                  </a:lnTo>
                  <a:lnTo>
                    <a:pt x="247" y="6790"/>
                  </a:lnTo>
                  <a:lnTo>
                    <a:pt x="135" y="7058"/>
                  </a:lnTo>
                  <a:lnTo>
                    <a:pt x="68" y="7348"/>
                  </a:lnTo>
                  <a:lnTo>
                    <a:pt x="23" y="7638"/>
                  </a:lnTo>
                  <a:lnTo>
                    <a:pt x="1" y="7929"/>
                  </a:lnTo>
                  <a:lnTo>
                    <a:pt x="1" y="7929"/>
                  </a:lnTo>
                  <a:lnTo>
                    <a:pt x="23" y="8130"/>
                  </a:lnTo>
                  <a:lnTo>
                    <a:pt x="46" y="8331"/>
                  </a:lnTo>
                  <a:lnTo>
                    <a:pt x="68" y="8532"/>
                  </a:lnTo>
                  <a:lnTo>
                    <a:pt x="135" y="8733"/>
                  </a:lnTo>
                  <a:lnTo>
                    <a:pt x="180" y="8934"/>
                  </a:lnTo>
                  <a:lnTo>
                    <a:pt x="269" y="9135"/>
                  </a:lnTo>
                  <a:lnTo>
                    <a:pt x="470" y="9537"/>
                  </a:lnTo>
                  <a:lnTo>
                    <a:pt x="716" y="9916"/>
                  </a:lnTo>
                  <a:lnTo>
                    <a:pt x="1028" y="10318"/>
                  </a:lnTo>
                  <a:lnTo>
                    <a:pt x="1386" y="10698"/>
                  </a:lnTo>
                  <a:lnTo>
                    <a:pt x="1810" y="11055"/>
                  </a:lnTo>
                  <a:lnTo>
                    <a:pt x="2279" y="11435"/>
                  </a:lnTo>
                  <a:lnTo>
                    <a:pt x="2793" y="11792"/>
                  </a:lnTo>
                  <a:lnTo>
                    <a:pt x="3351" y="12150"/>
                  </a:lnTo>
                  <a:lnTo>
                    <a:pt x="3976" y="12507"/>
                  </a:lnTo>
                  <a:lnTo>
                    <a:pt x="4624" y="12864"/>
                  </a:lnTo>
                  <a:lnTo>
                    <a:pt x="5338" y="13199"/>
                  </a:lnTo>
                  <a:lnTo>
                    <a:pt x="6075" y="13534"/>
                  </a:lnTo>
                  <a:lnTo>
                    <a:pt x="6879" y="13869"/>
                  </a:lnTo>
                  <a:lnTo>
                    <a:pt x="6879" y="13869"/>
                  </a:lnTo>
                  <a:lnTo>
                    <a:pt x="7661" y="13557"/>
                  </a:lnTo>
                  <a:lnTo>
                    <a:pt x="8487" y="13266"/>
                  </a:lnTo>
                  <a:lnTo>
                    <a:pt x="9336" y="12976"/>
                  </a:lnTo>
                  <a:lnTo>
                    <a:pt x="10229" y="12708"/>
                  </a:lnTo>
                  <a:lnTo>
                    <a:pt x="11167" y="12440"/>
                  </a:lnTo>
                  <a:lnTo>
                    <a:pt x="12128" y="12172"/>
                  </a:lnTo>
                  <a:lnTo>
                    <a:pt x="13110" y="11904"/>
                  </a:lnTo>
                  <a:lnTo>
                    <a:pt x="14138" y="11658"/>
                  </a:lnTo>
                  <a:lnTo>
                    <a:pt x="15210" y="11413"/>
                  </a:lnTo>
                  <a:lnTo>
                    <a:pt x="16282" y="11189"/>
                  </a:lnTo>
                  <a:lnTo>
                    <a:pt x="17421" y="10966"/>
                  </a:lnTo>
                  <a:lnTo>
                    <a:pt x="18560" y="10743"/>
                  </a:lnTo>
                  <a:lnTo>
                    <a:pt x="20927" y="10318"/>
                  </a:lnTo>
                  <a:lnTo>
                    <a:pt x="23428" y="9961"/>
                  </a:lnTo>
                  <a:lnTo>
                    <a:pt x="25996" y="9626"/>
                  </a:lnTo>
                  <a:lnTo>
                    <a:pt x="28676" y="9336"/>
                  </a:lnTo>
                  <a:lnTo>
                    <a:pt x="31446" y="9068"/>
                  </a:lnTo>
                  <a:lnTo>
                    <a:pt x="34304" y="8867"/>
                  </a:lnTo>
                  <a:lnTo>
                    <a:pt x="37208" y="8688"/>
                  </a:lnTo>
                  <a:lnTo>
                    <a:pt x="40200" y="8576"/>
                  </a:lnTo>
                  <a:lnTo>
                    <a:pt x="43260" y="8509"/>
                  </a:lnTo>
                  <a:lnTo>
                    <a:pt x="46364" y="8487"/>
                  </a:lnTo>
                  <a:lnTo>
                    <a:pt x="46364" y="8487"/>
                  </a:lnTo>
                  <a:lnTo>
                    <a:pt x="49468" y="8509"/>
                  </a:lnTo>
                  <a:lnTo>
                    <a:pt x="52506" y="8576"/>
                  </a:lnTo>
                  <a:lnTo>
                    <a:pt x="55498" y="8688"/>
                  </a:lnTo>
                  <a:lnTo>
                    <a:pt x="58424" y="8867"/>
                  </a:lnTo>
                  <a:lnTo>
                    <a:pt x="61260" y="9068"/>
                  </a:lnTo>
                  <a:lnTo>
                    <a:pt x="64029" y="9336"/>
                  </a:lnTo>
                  <a:lnTo>
                    <a:pt x="66709" y="9626"/>
                  </a:lnTo>
                  <a:lnTo>
                    <a:pt x="69278" y="9961"/>
                  </a:lnTo>
                  <a:lnTo>
                    <a:pt x="71779" y="10318"/>
                  </a:lnTo>
                  <a:lnTo>
                    <a:pt x="74146" y="10743"/>
                  </a:lnTo>
                  <a:lnTo>
                    <a:pt x="75308" y="10966"/>
                  </a:lnTo>
                  <a:lnTo>
                    <a:pt x="76424" y="11189"/>
                  </a:lnTo>
                  <a:lnTo>
                    <a:pt x="77496" y="11413"/>
                  </a:lnTo>
                  <a:lnTo>
                    <a:pt x="78568" y="11658"/>
                  </a:lnTo>
                  <a:lnTo>
                    <a:pt x="79596" y="11904"/>
                  </a:lnTo>
                  <a:lnTo>
                    <a:pt x="80578" y="12172"/>
                  </a:lnTo>
                  <a:lnTo>
                    <a:pt x="81538" y="12440"/>
                  </a:lnTo>
                  <a:lnTo>
                    <a:pt x="82476" y="12708"/>
                  </a:lnTo>
                  <a:lnTo>
                    <a:pt x="83370" y="12976"/>
                  </a:lnTo>
                  <a:lnTo>
                    <a:pt x="84218" y="13266"/>
                  </a:lnTo>
                  <a:lnTo>
                    <a:pt x="85045" y="13557"/>
                  </a:lnTo>
                  <a:lnTo>
                    <a:pt x="85826" y="13869"/>
                  </a:lnTo>
                  <a:lnTo>
                    <a:pt x="85826" y="13869"/>
                  </a:lnTo>
                  <a:lnTo>
                    <a:pt x="86965" y="13378"/>
                  </a:lnTo>
                  <a:lnTo>
                    <a:pt x="88015" y="12887"/>
                  </a:lnTo>
                  <a:lnTo>
                    <a:pt x="88506" y="12641"/>
                  </a:lnTo>
                  <a:lnTo>
                    <a:pt x="88975" y="12395"/>
                  </a:lnTo>
                  <a:lnTo>
                    <a:pt x="89400" y="12127"/>
                  </a:lnTo>
                  <a:lnTo>
                    <a:pt x="89824" y="11859"/>
                  </a:lnTo>
                  <a:lnTo>
                    <a:pt x="89824" y="3998"/>
                  </a:lnTo>
                  <a:lnTo>
                    <a:pt x="89824" y="3998"/>
                  </a:lnTo>
                  <a:lnTo>
                    <a:pt x="89377" y="3708"/>
                  </a:lnTo>
                  <a:lnTo>
                    <a:pt x="88886" y="3440"/>
                  </a:lnTo>
                  <a:lnTo>
                    <a:pt x="88395" y="3149"/>
                  </a:lnTo>
                  <a:lnTo>
                    <a:pt x="87859" y="2881"/>
                  </a:lnTo>
                  <a:lnTo>
                    <a:pt x="87300" y="2613"/>
                  </a:lnTo>
                  <a:lnTo>
                    <a:pt x="86697" y="2368"/>
                  </a:lnTo>
                  <a:lnTo>
                    <a:pt x="86094" y="2100"/>
                  </a:lnTo>
                  <a:lnTo>
                    <a:pt x="85447" y="1854"/>
                  </a:lnTo>
                  <a:lnTo>
                    <a:pt x="84084" y="1363"/>
                  </a:lnTo>
                  <a:lnTo>
                    <a:pt x="82610" y="871"/>
                  </a:lnTo>
                  <a:lnTo>
                    <a:pt x="81047" y="425"/>
                  </a:lnTo>
                  <a:lnTo>
                    <a:pt x="79372" y="0"/>
                  </a:lnTo>
                  <a:lnTo>
                    <a:pt x="79372" y="0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  <p:sp>
          <p:nvSpPr>
            <p:cNvPr id="1586" name="Google Shape;1586;p115"/>
            <p:cNvSpPr/>
            <p:nvPr/>
          </p:nvSpPr>
          <p:spPr>
            <a:xfrm>
              <a:off x="4306084" y="2701610"/>
              <a:ext cx="4837921" cy="1036913"/>
            </a:xfrm>
            <a:custGeom>
              <a:rect b="b" l="l" r="r" t="t"/>
              <a:pathLst>
                <a:path extrusionOk="0" fill="none" h="19252" w="89824">
                  <a:moveTo>
                    <a:pt x="46364" y="1"/>
                  </a:moveTo>
                  <a:lnTo>
                    <a:pt x="46364" y="1"/>
                  </a:lnTo>
                  <a:lnTo>
                    <a:pt x="43974" y="1"/>
                  </a:lnTo>
                  <a:lnTo>
                    <a:pt x="41607" y="45"/>
                  </a:lnTo>
                  <a:lnTo>
                    <a:pt x="39307" y="135"/>
                  </a:lnTo>
                  <a:lnTo>
                    <a:pt x="37007" y="224"/>
                  </a:lnTo>
                  <a:lnTo>
                    <a:pt x="34773" y="358"/>
                  </a:lnTo>
                  <a:lnTo>
                    <a:pt x="32562" y="492"/>
                  </a:lnTo>
                  <a:lnTo>
                    <a:pt x="30418" y="671"/>
                  </a:lnTo>
                  <a:lnTo>
                    <a:pt x="28319" y="872"/>
                  </a:lnTo>
                  <a:lnTo>
                    <a:pt x="26264" y="1117"/>
                  </a:lnTo>
                  <a:lnTo>
                    <a:pt x="24254" y="1363"/>
                  </a:lnTo>
                  <a:lnTo>
                    <a:pt x="22334" y="1631"/>
                  </a:lnTo>
                  <a:lnTo>
                    <a:pt x="20436" y="1921"/>
                  </a:lnTo>
                  <a:lnTo>
                    <a:pt x="18627" y="2234"/>
                  </a:lnTo>
                  <a:lnTo>
                    <a:pt x="16885" y="2569"/>
                  </a:lnTo>
                  <a:lnTo>
                    <a:pt x="15187" y="2926"/>
                  </a:lnTo>
                  <a:lnTo>
                    <a:pt x="13579" y="3306"/>
                  </a:lnTo>
                  <a:lnTo>
                    <a:pt x="12038" y="3708"/>
                  </a:lnTo>
                  <a:lnTo>
                    <a:pt x="10587" y="4110"/>
                  </a:lnTo>
                  <a:lnTo>
                    <a:pt x="9224" y="4534"/>
                  </a:lnTo>
                  <a:lnTo>
                    <a:pt x="7929" y="4981"/>
                  </a:lnTo>
                  <a:lnTo>
                    <a:pt x="6723" y="5450"/>
                  </a:lnTo>
                  <a:lnTo>
                    <a:pt x="5606" y="5919"/>
                  </a:lnTo>
                  <a:lnTo>
                    <a:pt x="4579" y="6410"/>
                  </a:lnTo>
                  <a:lnTo>
                    <a:pt x="4110" y="6656"/>
                  </a:lnTo>
                  <a:lnTo>
                    <a:pt x="3641" y="6901"/>
                  </a:lnTo>
                  <a:lnTo>
                    <a:pt x="3217" y="7169"/>
                  </a:lnTo>
                  <a:lnTo>
                    <a:pt x="2815" y="7415"/>
                  </a:lnTo>
                  <a:lnTo>
                    <a:pt x="2435" y="7683"/>
                  </a:lnTo>
                  <a:lnTo>
                    <a:pt x="2100" y="7951"/>
                  </a:lnTo>
                  <a:lnTo>
                    <a:pt x="1765" y="8219"/>
                  </a:lnTo>
                  <a:lnTo>
                    <a:pt x="1475" y="8487"/>
                  </a:lnTo>
                  <a:lnTo>
                    <a:pt x="1185" y="8755"/>
                  </a:lnTo>
                  <a:lnTo>
                    <a:pt x="961" y="9023"/>
                  </a:lnTo>
                  <a:lnTo>
                    <a:pt x="738" y="9313"/>
                  </a:lnTo>
                  <a:lnTo>
                    <a:pt x="537" y="9581"/>
                  </a:lnTo>
                  <a:lnTo>
                    <a:pt x="381" y="9872"/>
                  </a:lnTo>
                  <a:lnTo>
                    <a:pt x="247" y="10140"/>
                  </a:lnTo>
                  <a:lnTo>
                    <a:pt x="135" y="10430"/>
                  </a:lnTo>
                  <a:lnTo>
                    <a:pt x="68" y="10720"/>
                  </a:lnTo>
                  <a:lnTo>
                    <a:pt x="23" y="11011"/>
                  </a:lnTo>
                  <a:lnTo>
                    <a:pt x="1" y="11301"/>
                  </a:lnTo>
                  <a:lnTo>
                    <a:pt x="1" y="11301"/>
                  </a:lnTo>
                  <a:lnTo>
                    <a:pt x="23" y="11591"/>
                  </a:lnTo>
                  <a:lnTo>
                    <a:pt x="68" y="11882"/>
                  </a:lnTo>
                  <a:lnTo>
                    <a:pt x="135" y="12172"/>
                  </a:lnTo>
                  <a:lnTo>
                    <a:pt x="247" y="12462"/>
                  </a:lnTo>
                  <a:lnTo>
                    <a:pt x="381" y="12730"/>
                  </a:lnTo>
                  <a:lnTo>
                    <a:pt x="537" y="13021"/>
                  </a:lnTo>
                  <a:lnTo>
                    <a:pt x="716" y="13289"/>
                  </a:lnTo>
                  <a:lnTo>
                    <a:pt x="939" y="13557"/>
                  </a:lnTo>
                  <a:lnTo>
                    <a:pt x="1162" y="13847"/>
                  </a:lnTo>
                  <a:lnTo>
                    <a:pt x="1430" y="14115"/>
                  </a:lnTo>
                  <a:lnTo>
                    <a:pt x="1743" y="14383"/>
                  </a:lnTo>
                  <a:lnTo>
                    <a:pt x="2056" y="14629"/>
                  </a:lnTo>
                  <a:lnTo>
                    <a:pt x="2391" y="14897"/>
                  </a:lnTo>
                  <a:lnTo>
                    <a:pt x="2770" y="15165"/>
                  </a:lnTo>
                  <a:lnTo>
                    <a:pt x="3150" y="15410"/>
                  </a:lnTo>
                  <a:lnTo>
                    <a:pt x="3574" y="15678"/>
                  </a:lnTo>
                  <a:lnTo>
                    <a:pt x="4021" y="15924"/>
                  </a:lnTo>
                  <a:lnTo>
                    <a:pt x="4490" y="16170"/>
                  </a:lnTo>
                  <a:lnTo>
                    <a:pt x="5495" y="16661"/>
                  </a:lnTo>
                  <a:lnTo>
                    <a:pt x="6589" y="17130"/>
                  </a:lnTo>
                  <a:lnTo>
                    <a:pt x="7773" y="17577"/>
                  </a:lnTo>
                  <a:lnTo>
                    <a:pt x="9046" y="18023"/>
                  </a:lnTo>
                  <a:lnTo>
                    <a:pt x="10386" y="18447"/>
                  </a:lnTo>
                  <a:lnTo>
                    <a:pt x="11815" y="18849"/>
                  </a:lnTo>
                  <a:lnTo>
                    <a:pt x="13334" y="19251"/>
                  </a:lnTo>
                  <a:lnTo>
                    <a:pt x="13334" y="19251"/>
                  </a:lnTo>
                  <a:lnTo>
                    <a:pt x="14942" y="18872"/>
                  </a:lnTo>
                  <a:lnTo>
                    <a:pt x="16639" y="18492"/>
                  </a:lnTo>
                  <a:lnTo>
                    <a:pt x="18381" y="18157"/>
                  </a:lnTo>
                  <a:lnTo>
                    <a:pt x="20212" y="17845"/>
                  </a:lnTo>
                  <a:lnTo>
                    <a:pt x="22111" y="17532"/>
                  </a:lnTo>
                  <a:lnTo>
                    <a:pt x="24053" y="17264"/>
                  </a:lnTo>
                  <a:lnTo>
                    <a:pt x="26086" y="16996"/>
                  </a:lnTo>
                  <a:lnTo>
                    <a:pt x="28140" y="16773"/>
                  </a:lnTo>
                  <a:lnTo>
                    <a:pt x="30262" y="16572"/>
                  </a:lnTo>
                  <a:lnTo>
                    <a:pt x="32451" y="16393"/>
                  </a:lnTo>
                  <a:lnTo>
                    <a:pt x="34662" y="16237"/>
                  </a:lnTo>
                  <a:lnTo>
                    <a:pt x="36917" y="16103"/>
                  </a:lnTo>
                  <a:lnTo>
                    <a:pt x="39218" y="15991"/>
                  </a:lnTo>
                  <a:lnTo>
                    <a:pt x="41563" y="15924"/>
                  </a:lnTo>
                  <a:lnTo>
                    <a:pt x="43952" y="15879"/>
                  </a:lnTo>
                  <a:lnTo>
                    <a:pt x="46364" y="15857"/>
                  </a:lnTo>
                  <a:lnTo>
                    <a:pt x="46364" y="15857"/>
                  </a:lnTo>
                  <a:lnTo>
                    <a:pt x="48754" y="15879"/>
                  </a:lnTo>
                  <a:lnTo>
                    <a:pt x="51143" y="15924"/>
                  </a:lnTo>
                  <a:lnTo>
                    <a:pt x="53488" y="15991"/>
                  </a:lnTo>
                  <a:lnTo>
                    <a:pt x="55789" y="16103"/>
                  </a:lnTo>
                  <a:lnTo>
                    <a:pt x="58044" y="16237"/>
                  </a:lnTo>
                  <a:lnTo>
                    <a:pt x="60278" y="16393"/>
                  </a:lnTo>
                  <a:lnTo>
                    <a:pt x="62444" y="16572"/>
                  </a:lnTo>
                  <a:lnTo>
                    <a:pt x="64565" y="16773"/>
                  </a:lnTo>
                  <a:lnTo>
                    <a:pt x="66642" y="16996"/>
                  </a:lnTo>
                  <a:lnTo>
                    <a:pt x="68652" y="17264"/>
                  </a:lnTo>
                  <a:lnTo>
                    <a:pt x="70595" y="17532"/>
                  </a:lnTo>
                  <a:lnTo>
                    <a:pt x="72494" y="17845"/>
                  </a:lnTo>
                  <a:lnTo>
                    <a:pt x="74325" y="18157"/>
                  </a:lnTo>
                  <a:lnTo>
                    <a:pt x="76067" y="18492"/>
                  </a:lnTo>
                  <a:lnTo>
                    <a:pt x="77764" y="18872"/>
                  </a:lnTo>
                  <a:lnTo>
                    <a:pt x="79372" y="19251"/>
                  </a:lnTo>
                  <a:lnTo>
                    <a:pt x="79372" y="19251"/>
                  </a:lnTo>
                  <a:lnTo>
                    <a:pt x="81047" y="18805"/>
                  </a:lnTo>
                  <a:lnTo>
                    <a:pt x="82610" y="18358"/>
                  </a:lnTo>
                  <a:lnTo>
                    <a:pt x="84084" y="17889"/>
                  </a:lnTo>
                  <a:lnTo>
                    <a:pt x="85447" y="17398"/>
                  </a:lnTo>
                  <a:lnTo>
                    <a:pt x="86094" y="17130"/>
                  </a:lnTo>
                  <a:lnTo>
                    <a:pt x="86697" y="16884"/>
                  </a:lnTo>
                  <a:lnTo>
                    <a:pt x="87300" y="16616"/>
                  </a:lnTo>
                  <a:lnTo>
                    <a:pt x="87859" y="16348"/>
                  </a:lnTo>
                  <a:lnTo>
                    <a:pt x="88395" y="16080"/>
                  </a:lnTo>
                  <a:lnTo>
                    <a:pt x="88886" y="15812"/>
                  </a:lnTo>
                  <a:lnTo>
                    <a:pt x="89377" y="15522"/>
                  </a:lnTo>
                  <a:lnTo>
                    <a:pt x="89824" y="15254"/>
                  </a:lnTo>
                  <a:lnTo>
                    <a:pt x="89824" y="7370"/>
                  </a:lnTo>
                  <a:lnTo>
                    <a:pt x="89824" y="7370"/>
                  </a:lnTo>
                  <a:lnTo>
                    <a:pt x="89176" y="6968"/>
                  </a:lnTo>
                  <a:lnTo>
                    <a:pt x="88462" y="6566"/>
                  </a:lnTo>
                  <a:lnTo>
                    <a:pt x="87702" y="6187"/>
                  </a:lnTo>
                  <a:lnTo>
                    <a:pt x="86876" y="5807"/>
                  </a:lnTo>
                  <a:lnTo>
                    <a:pt x="86005" y="5450"/>
                  </a:lnTo>
                  <a:lnTo>
                    <a:pt x="85067" y="5092"/>
                  </a:lnTo>
                  <a:lnTo>
                    <a:pt x="84084" y="4735"/>
                  </a:lnTo>
                  <a:lnTo>
                    <a:pt x="83057" y="4400"/>
                  </a:lnTo>
                  <a:lnTo>
                    <a:pt x="81985" y="4065"/>
                  </a:lnTo>
                  <a:lnTo>
                    <a:pt x="80846" y="3752"/>
                  </a:lnTo>
                  <a:lnTo>
                    <a:pt x="79663" y="3440"/>
                  </a:lnTo>
                  <a:lnTo>
                    <a:pt x="78434" y="3149"/>
                  </a:lnTo>
                  <a:lnTo>
                    <a:pt x="77161" y="2859"/>
                  </a:lnTo>
                  <a:lnTo>
                    <a:pt x="75844" y="2569"/>
                  </a:lnTo>
                  <a:lnTo>
                    <a:pt x="74504" y="2323"/>
                  </a:lnTo>
                  <a:lnTo>
                    <a:pt x="73097" y="2055"/>
                  </a:lnTo>
                  <a:lnTo>
                    <a:pt x="71667" y="1832"/>
                  </a:lnTo>
                  <a:lnTo>
                    <a:pt x="70193" y="1609"/>
                  </a:lnTo>
                  <a:lnTo>
                    <a:pt x="68675" y="1385"/>
                  </a:lnTo>
                  <a:lnTo>
                    <a:pt x="67134" y="1184"/>
                  </a:lnTo>
                  <a:lnTo>
                    <a:pt x="65548" y="1006"/>
                  </a:lnTo>
                  <a:lnTo>
                    <a:pt x="63940" y="827"/>
                  </a:lnTo>
                  <a:lnTo>
                    <a:pt x="62310" y="671"/>
                  </a:lnTo>
                  <a:lnTo>
                    <a:pt x="60635" y="537"/>
                  </a:lnTo>
                  <a:lnTo>
                    <a:pt x="58938" y="425"/>
                  </a:lnTo>
                  <a:lnTo>
                    <a:pt x="57196" y="313"/>
                  </a:lnTo>
                  <a:lnTo>
                    <a:pt x="55454" y="202"/>
                  </a:lnTo>
                  <a:lnTo>
                    <a:pt x="53667" y="135"/>
                  </a:lnTo>
                  <a:lnTo>
                    <a:pt x="51880" y="68"/>
                  </a:lnTo>
                  <a:lnTo>
                    <a:pt x="50049" y="23"/>
                  </a:lnTo>
                  <a:lnTo>
                    <a:pt x="48218" y="1"/>
                  </a:lnTo>
                  <a:lnTo>
                    <a:pt x="46364" y="1"/>
                  </a:lnTo>
                  <a:lnTo>
                    <a:pt x="46364" y="1"/>
                  </a:lnTo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587" name="Google Shape;1587;p115"/>
          <p:cNvSpPr txBox="1"/>
          <p:nvPr>
            <p:ph idx="1" type="subTitle"/>
          </p:nvPr>
        </p:nvSpPr>
        <p:spPr>
          <a:xfrm>
            <a:off x="278850" y="2976125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8" name="Google Shape;1588;p115"/>
          <p:cNvSpPr txBox="1"/>
          <p:nvPr>
            <p:ph idx="3" type="subTitle"/>
          </p:nvPr>
        </p:nvSpPr>
        <p:spPr>
          <a:xfrm>
            <a:off x="1720650" y="25893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9" name="Google Shape;1589;p115"/>
          <p:cNvSpPr txBox="1"/>
          <p:nvPr>
            <p:ph idx="4" type="subTitle"/>
          </p:nvPr>
        </p:nvSpPr>
        <p:spPr>
          <a:xfrm>
            <a:off x="3155400" y="23066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0" name="Google Shape;1590;p115"/>
          <p:cNvSpPr txBox="1"/>
          <p:nvPr>
            <p:ph idx="5" type="subTitle"/>
          </p:nvPr>
        </p:nvSpPr>
        <p:spPr>
          <a:xfrm>
            <a:off x="4597200" y="19932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1" name="Google Shape;1591;p115"/>
          <p:cNvSpPr txBox="1"/>
          <p:nvPr>
            <p:ph idx="6" type="subTitle"/>
          </p:nvPr>
        </p:nvSpPr>
        <p:spPr>
          <a:xfrm>
            <a:off x="6031950" y="164910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2" name="Google Shape;1592;p115"/>
          <p:cNvSpPr txBox="1"/>
          <p:nvPr>
            <p:ph idx="7" type="subTitle"/>
          </p:nvPr>
        </p:nvSpPr>
        <p:spPr>
          <a:xfrm>
            <a:off x="7473750" y="1277950"/>
            <a:ext cx="1387800" cy="119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Light"/>
              <a:buNone/>
              <a:defRPr sz="1200"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93" name="Google Shape;1593;p115"/>
          <p:cNvGrpSpPr/>
          <p:nvPr/>
        </p:nvGrpSpPr>
        <p:grpSpPr>
          <a:xfrm>
            <a:off x="2674998" y="2923250"/>
            <a:ext cx="6470027" cy="2221724"/>
            <a:chOff x="2674998" y="2923250"/>
            <a:chExt cx="6470027" cy="2221724"/>
          </a:xfrm>
        </p:grpSpPr>
        <p:sp>
          <p:nvSpPr>
            <p:cNvPr id="1594" name="Google Shape;1594;p115"/>
            <p:cNvSpPr/>
            <p:nvPr/>
          </p:nvSpPr>
          <p:spPr>
            <a:xfrm flipH="1">
              <a:off x="2674998" y="2923250"/>
              <a:ext cx="6469577" cy="2221028"/>
            </a:xfrm>
            <a:custGeom>
              <a:rect b="b" l="l" r="r" t="t"/>
              <a:pathLst>
                <a:path extrusionOk="0" h="140705" w="409856">
                  <a:moveTo>
                    <a:pt x="31655" y="0"/>
                  </a:moveTo>
                  <a:lnTo>
                    <a:pt x="0" y="140608"/>
                  </a:lnTo>
                  <a:lnTo>
                    <a:pt x="198782" y="140640"/>
                  </a:lnTo>
                  <a:lnTo>
                    <a:pt x="409856" y="140705"/>
                  </a:lnTo>
                  <a:close/>
                </a:path>
              </a:pathLst>
            </a:custGeom>
            <a:gradFill>
              <a:gsLst>
                <a:gs pos="0">
                  <a:schemeClr val="accent3"/>
                </a:gs>
                <a:gs pos="35000">
                  <a:schemeClr val="accent3"/>
                </a:gs>
                <a:gs pos="100000">
                  <a:schemeClr val="accent1"/>
                </a:gs>
              </a:gsLst>
              <a:lin ang="8099331" scaled="0"/>
            </a:gradFill>
            <a:ln>
              <a:noFill/>
            </a:ln>
          </p:spPr>
        </p:sp>
        <p:sp>
          <p:nvSpPr>
            <p:cNvPr id="1595" name="Google Shape;1595;p115"/>
            <p:cNvSpPr/>
            <p:nvPr/>
          </p:nvSpPr>
          <p:spPr>
            <a:xfrm flipH="1">
              <a:off x="8645446" y="2924025"/>
              <a:ext cx="499579" cy="2220949"/>
            </a:xfrm>
            <a:custGeom>
              <a:rect b="b" l="l" r="r" t="t"/>
              <a:pathLst>
                <a:path extrusionOk="0" h="140700" w="31649">
                  <a:moveTo>
                    <a:pt x="31649" y="0"/>
                  </a:moveTo>
                  <a:lnTo>
                    <a:pt x="0" y="140700"/>
                  </a:lnTo>
                  <a:lnTo>
                    <a:pt x="65" y="53185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</p:sp>
      </p:grpSp>
      <p:sp>
        <p:nvSpPr>
          <p:cNvPr id="1596" name="Google Shape;1596;p115"/>
          <p:cNvSpPr txBox="1"/>
          <p:nvPr>
            <p:ph idx="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BLANK_1_1_1_1_1_1_1_1_1_1_7"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116"/>
          <p:cNvSpPr/>
          <p:nvPr/>
        </p:nvSpPr>
        <p:spPr>
          <a:xfrm>
            <a:off x="5050850" y="3243900"/>
            <a:ext cx="4093093" cy="1899657"/>
          </a:xfrm>
          <a:custGeom>
            <a:rect b="b" l="l" r="r" t="t"/>
            <a:pathLst>
              <a:path extrusionOk="0" fill="none" h="54955" w="115714">
                <a:moveTo>
                  <a:pt x="115714" y="0"/>
                </a:moveTo>
                <a:lnTo>
                  <a:pt x="115714" y="0"/>
                </a:lnTo>
                <a:lnTo>
                  <a:pt x="113184" y="224"/>
                </a:lnTo>
                <a:lnTo>
                  <a:pt x="110579" y="447"/>
                </a:lnTo>
                <a:lnTo>
                  <a:pt x="107938" y="744"/>
                </a:lnTo>
                <a:lnTo>
                  <a:pt x="105296" y="1079"/>
                </a:lnTo>
                <a:lnTo>
                  <a:pt x="102580" y="1451"/>
                </a:lnTo>
                <a:lnTo>
                  <a:pt x="99827" y="1898"/>
                </a:lnTo>
                <a:lnTo>
                  <a:pt x="97036" y="2382"/>
                </a:lnTo>
                <a:lnTo>
                  <a:pt x="94208" y="2902"/>
                </a:lnTo>
                <a:lnTo>
                  <a:pt x="91381" y="3461"/>
                </a:lnTo>
                <a:lnTo>
                  <a:pt x="88516" y="4093"/>
                </a:lnTo>
                <a:lnTo>
                  <a:pt x="85614" y="4763"/>
                </a:lnTo>
                <a:lnTo>
                  <a:pt x="82674" y="5470"/>
                </a:lnTo>
                <a:lnTo>
                  <a:pt x="79735" y="6251"/>
                </a:lnTo>
                <a:lnTo>
                  <a:pt x="76758" y="7032"/>
                </a:lnTo>
                <a:lnTo>
                  <a:pt x="73782" y="7925"/>
                </a:lnTo>
                <a:lnTo>
                  <a:pt x="70805" y="8818"/>
                </a:lnTo>
                <a:lnTo>
                  <a:pt x="70805" y="8818"/>
                </a:lnTo>
                <a:lnTo>
                  <a:pt x="67308" y="9935"/>
                </a:lnTo>
                <a:lnTo>
                  <a:pt x="63885" y="11088"/>
                </a:lnTo>
                <a:lnTo>
                  <a:pt x="60499" y="12279"/>
                </a:lnTo>
                <a:lnTo>
                  <a:pt x="57187" y="13506"/>
                </a:lnTo>
                <a:lnTo>
                  <a:pt x="53950" y="14772"/>
                </a:lnTo>
                <a:lnTo>
                  <a:pt x="50788" y="16074"/>
                </a:lnTo>
                <a:lnTo>
                  <a:pt x="47662" y="17413"/>
                </a:lnTo>
                <a:lnTo>
                  <a:pt x="44611" y="18753"/>
                </a:lnTo>
                <a:lnTo>
                  <a:pt x="41635" y="20167"/>
                </a:lnTo>
                <a:lnTo>
                  <a:pt x="38770" y="21580"/>
                </a:lnTo>
                <a:lnTo>
                  <a:pt x="35942" y="22994"/>
                </a:lnTo>
                <a:lnTo>
                  <a:pt x="33226" y="24445"/>
                </a:lnTo>
                <a:lnTo>
                  <a:pt x="30547" y="25934"/>
                </a:lnTo>
                <a:lnTo>
                  <a:pt x="28017" y="27422"/>
                </a:lnTo>
                <a:lnTo>
                  <a:pt x="25524" y="28947"/>
                </a:lnTo>
                <a:lnTo>
                  <a:pt x="23180" y="30473"/>
                </a:lnTo>
                <a:lnTo>
                  <a:pt x="20873" y="31998"/>
                </a:lnTo>
                <a:lnTo>
                  <a:pt x="18715" y="33561"/>
                </a:lnTo>
                <a:lnTo>
                  <a:pt x="16632" y="35086"/>
                </a:lnTo>
                <a:lnTo>
                  <a:pt x="14660" y="36649"/>
                </a:lnTo>
                <a:lnTo>
                  <a:pt x="12762" y="38212"/>
                </a:lnTo>
                <a:lnTo>
                  <a:pt x="11013" y="39775"/>
                </a:lnTo>
                <a:lnTo>
                  <a:pt x="9376" y="41337"/>
                </a:lnTo>
                <a:lnTo>
                  <a:pt x="7814" y="42900"/>
                </a:lnTo>
                <a:lnTo>
                  <a:pt x="6400" y="44425"/>
                </a:lnTo>
                <a:lnTo>
                  <a:pt x="5098" y="45988"/>
                </a:lnTo>
                <a:lnTo>
                  <a:pt x="4502" y="46732"/>
                </a:lnTo>
                <a:lnTo>
                  <a:pt x="3944" y="47514"/>
                </a:lnTo>
                <a:lnTo>
                  <a:pt x="3386" y="48258"/>
                </a:lnTo>
                <a:lnTo>
                  <a:pt x="2902" y="49039"/>
                </a:lnTo>
                <a:lnTo>
                  <a:pt x="2419" y="49783"/>
                </a:lnTo>
                <a:lnTo>
                  <a:pt x="1972" y="50527"/>
                </a:lnTo>
                <a:lnTo>
                  <a:pt x="1563" y="51272"/>
                </a:lnTo>
                <a:lnTo>
                  <a:pt x="1191" y="52016"/>
                </a:lnTo>
                <a:lnTo>
                  <a:pt x="819" y="52760"/>
                </a:lnTo>
                <a:lnTo>
                  <a:pt x="521" y="53504"/>
                </a:lnTo>
                <a:lnTo>
                  <a:pt x="223" y="54248"/>
                </a:lnTo>
                <a:lnTo>
                  <a:pt x="0" y="54955"/>
                </a:lnTo>
                <a:lnTo>
                  <a:pt x="115714" y="54955"/>
                </a:lnTo>
                <a:lnTo>
                  <a:pt x="115714" y="0"/>
                </a:lnTo>
                <a:lnTo>
                  <a:pt x="115714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99" name="Google Shape;1599;p116"/>
          <p:cNvSpPr/>
          <p:nvPr/>
        </p:nvSpPr>
        <p:spPr>
          <a:xfrm>
            <a:off x="6123025" y="-3887"/>
            <a:ext cx="3022650" cy="837525"/>
          </a:xfrm>
          <a:custGeom>
            <a:rect b="b" l="l" r="r" t="t"/>
            <a:pathLst>
              <a:path extrusionOk="0" h="33501" w="120906">
                <a:moveTo>
                  <a:pt x="0" y="1"/>
                </a:moveTo>
                <a:lnTo>
                  <a:pt x="36409" y="33501"/>
                </a:lnTo>
                <a:lnTo>
                  <a:pt x="120847" y="20748"/>
                </a:lnTo>
                <a:lnTo>
                  <a:pt x="120906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0025" scaled="0"/>
          </a:gradFill>
          <a:ln>
            <a:noFill/>
          </a:ln>
          <a:effectLst>
            <a:outerShdw blurRad="700088" rotWithShape="0" algn="bl" dir="5700000" dist="219075">
              <a:schemeClr val="lt2">
                <a:alpha val="40000"/>
              </a:schemeClr>
            </a:outerShdw>
          </a:effectLst>
        </p:spPr>
      </p:sp>
      <p:sp>
        <p:nvSpPr>
          <p:cNvPr id="1600" name="Google Shape;1600;p116"/>
          <p:cNvSpPr txBox="1"/>
          <p:nvPr>
            <p:ph type="title"/>
          </p:nvPr>
        </p:nvSpPr>
        <p:spPr>
          <a:xfrm>
            <a:off x="1143300" y="1526963"/>
            <a:ext cx="2197500" cy="40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601" name="Google Shape;1601;p116"/>
          <p:cNvSpPr txBox="1"/>
          <p:nvPr>
            <p:ph idx="2" type="title"/>
          </p:nvPr>
        </p:nvSpPr>
        <p:spPr>
          <a:xfrm>
            <a:off x="3820750" y="1526963"/>
            <a:ext cx="2197500" cy="4020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602" name="Google Shape;1602;p116"/>
          <p:cNvSpPr txBox="1"/>
          <p:nvPr>
            <p:ph idx="3" type="title"/>
          </p:nvPr>
        </p:nvSpPr>
        <p:spPr>
          <a:xfrm>
            <a:off x="1129950" y="1992625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3" name="Google Shape;1603;p116"/>
          <p:cNvSpPr txBox="1"/>
          <p:nvPr>
            <p:ph idx="4" type="title"/>
          </p:nvPr>
        </p:nvSpPr>
        <p:spPr>
          <a:xfrm>
            <a:off x="1129950" y="2801602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4" name="Google Shape;1604;p116"/>
          <p:cNvSpPr txBox="1"/>
          <p:nvPr>
            <p:ph idx="5" type="title"/>
          </p:nvPr>
        </p:nvSpPr>
        <p:spPr>
          <a:xfrm>
            <a:off x="1129950" y="3610580"/>
            <a:ext cx="20247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5" name="Google Shape;1605;p116"/>
          <p:cNvSpPr txBox="1"/>
          <p:nvPr>
            <p:ph idx="6" type="title"/>
          </p:nvPr>
        </p:nvSpPr>
        <p:spPr>
          <a:xfrm>
            <a:off x="3820750" y="199262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6" name="Google Shape;1606;p116"/>
          <p:cNvSpPr txBox="1"/>
          <p:nvPr>
            <p:ph idx="7" type="title"/>
          </p:nvPr>
        </p:nvSpPr>
        <p:spPr>
          <a:xfrm>
            <a:off x="3820750" y="2801550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7" name="Google Shape;1607;p116"/>
          <p:cNvSpPr txBox="1"/>
          <p:nvPr>
            <p:ph idx="8" type="title"/>
          </p:nvPr>
        </p:nvSpPr>
        <p:spPr>
          <a:xfrm>
            <a:off x="3820750" y="3610475"/>
            <a:ext cx="3350700" cy="688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08" name="Google Shape;1608;p116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09" name="Google Shape;1609;p116"/>
          <p:cNvSpPr txBox="1"/>
          <p:nvPr>
            <p:ph idx="13" type="title"/>
          </p:nvPr>
        </p:nvSpPr>
        <p:spPr>
          <a:xfrm>
            <a:off x="115025" y="502775"/>
            <a:ext cx="6440400" cy="68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10" name="Google Shape;1610;p116"/>
          <p:cNvSpPr txBox="1"/>
          <p:nvPr>
            <p:ph idx="14" type="title"/>
          </p:nvPr>
        </p:nvSpPr>
        <p:spPr>
          <a:xfrm>
            <a:off x="228600" y="21273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11" name="Google Shape;1611;p116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  <p:sp>
        <p:nvSpPr>
          <p:cNvPr id="1612" name="Google Shape;1612;p116"/>
          <p:cNvSpPr txBox="1"/>
          <p:nvPr>
            <p:ph idx="16" type="title"/>
          </p:nvPr>
        </p:nvSpPr>
        <p:spPr>
          <a:xfrm>
            <a:off x="228600" y="29362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13" name="Google Shape;1613;p116"/>
          <p:cNvSpPr txBox="1"/>
          <p:nvPr>
            <p:ph idx="17" type="title"/>
          </p:nvPr>
        </p:nvSpPr>
        <p:spPr>
          <a:xfrm>
            <a:off x="228600" y="3745125"/>
            <a:ext cx="739800" cy="41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Sora"/>
              <a:buNone/>
              <a:def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241">
          <p15:clr>
            <a:srgbClr val="E46962"/>
          </p15:clr>
        </p15:guide>
        <p15:guide id="2" orient="horz" pos="1755">
          <p15:clr>
            <a:srgbClr val="E46962"/>
          </p15:clr>
        </p15:guide>
        <p15:guide id="3" orient="horz" pos="2267">
          <p15:clr>
            <a:srgbClr val="E46962"/>
          </p15:clr>
        </p15:guide>
        <p15:guide id="4" orient="horz" pos="2778">
          <p15:clr>
            <a:srgbClr val="E46962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hart">
  <p:cSld name="BLANK_1_1_1_1_1_1_1_1_1_1_7_1">
    <p:spTree>
      <p:nvGrpSpPr>
        <p:cNvPr id="1614" name="Shape 1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5" name="Google Shape;1615;p117"/>
          <p:cNvSpPr/>
          <p:nvPr/>
        </p:nvSpPr>
        <p:spPr>
          <a:xfrm flipH="1" rot="-1079220">
            <a:off x="-2010221" y="4250160"/>
            <a:ext cx="4477637" cy="804981"/>
          </a:xfrm>
          <a:prstGeom prst="chord">
            <a:avLst>
              <a:gd fmla="val 2752926" name="adj1"/>
              <a:gd fmla="val 1719354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616" name="Google Shape;1616;p117"/>
          <p:cNvGrpSpPr/>
          <p:nvPr/>
        </p:nvGrpSpPr>
        <p:grpSpPr>
          <a:xfrm rot="-5400000">
            <a:off x="4030013" y="41713"/>
            <a:ext cx="1026300" cy="9201675"/>
            <a:chOff x="670045" y="-5692564"/>
            <a:chExt cx="1026300" cy="9201675"/>
          </a:xfrm>
        </p:grpSpPr>
        <p:sp>
          <p:nvSpPr>
            <p:cNvPr id="1617" name="Google Shape;1617;p117"/>
            <p:cNvSpPr/>
            <p:nvPr/>
          </p:nvSpPr>
          <p:spPr>
            <a:xfrm>
              <a:off x="675320" y="-5692564"/>
              <a:ext cx="1010925" cy="7239975"/>
            </a:xfrm>
            <a:custGeom>
              <a:rect b="b" l="l" r="r" t="t"/>
              <a:pathLst>
                <a:path extrusionOk="0" h="289599" w="40437">
                  <a:moveTo>
                    <a:pt x="40437" y="287489"/>
                  </a:moveTo>
                  <a:lnTo>
                    <a:pt x="0" y="0"/>
                  </a:lnTo>
                  <a:lnTo>
                    <a:pt x="242" y="276278"/>
                  </a:lnTo>
                  <a:lnTo>
                    <a:pt x="238" y="289599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18" name="Google Shape;1618;p117"/>
            <p:cNvSpPr/>
            <p:nvPr/>
          </p:nvSpPr>
          <p:spPr>
            <a:xfrm>
              <a:off x="670045" y="1494661"/>
              <a:ext cx="1026300" cy="2014450"/>
            </a:xfrm>
            <a:custGeom>
              <a:rect b="b" l="l" r="r" t="t"/>
              <a:pathLst>
                <a:path extrusionOk="0" h="80578" w="41052">
                  <a:moveTo>
                    <a:pt x="499" y="80578"/>
                  </a:moveTo>
                  <a:lnTo>
                    <a:pt x="15982" y="73724"/>
                  </a:lnTo>
                  <a:lnTo>
                    <a:pt x="41052" y="0"/>
                  </a:lnTo>
                  <a:lnTo>
                    <a:pt x="472" y="1824"/>
                  </a:lnTo>
                  <a:lnTo>
                    <a:pt x="0" y="39674"/>
                  </a:lnTo>
                  <a:close/>
                </a:path>
              </a:pathLst>
            </a:custGeom>
            <a:gradFill>
              <a:gsLst>
                <a:gs pos="0">
                  <a:schemeClr val="accent2"/>
                </a:gs>
                <a:gs pos="37000">
                  <a:schemeClr val="lt2"/>
                </a:gs>
                <a:gs pos="92000">
                  <a:schemeClr val="accent1"/>
                </a:gs>
                <a:gs pos="100000">
                  <a:schemeClr val="accent1"/>
                </a:gs>
              </a:gsLst>
              <a:lin ang="13500032" scaled="0"/>
            </a:gradFill>
            <a:ln>
              <a:noFill/>
            </a:ln>
          </p:spPr>
        </p:sp>
      </p:grpSp>
      <p:sp>
        <p:nvSpPr>
          <p:cNvPr id="1619" name="Google Shape;1619;p117"/>
          <p:cNvSpPr txBox="1"/>
          <p:nvPr>
            <p:ph type="title"/>
          </p:nvPr>
        </p:nvSpPr>
        <p:spPr>
          <a:xfrm>
            <a:off x="37200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20" name="Google Shape;1620;p117"/>
          <p:cNvSpPr txBox="1"/>
          <p:nvPr>
            <p:ph idx="2" type="title"/>
          </p:nvPr>
        </p:nvSpPr>
        <p:spPr>
          <a:xfrm>
            <a:off x="714892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21" name="Google Shape;1621;p117"/>
          <p:cNvSpPr txBox="1"/>
          <p:nvPr>
            <p:ph idx="3" type="title"/>
          </p:nvPr>
        </p:nvSpPr>
        <p:spPr>
          <a:xfrm>
            <a:off x="5434475" y="1709075"/>
            <a:ext cx="1665300" cy="193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22" name="Google Shape;1622;p117"/>
          <p:cNvSpPr txBox="1"/>
          <p:nvPr>
            <p:ph idx="4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23" name="Google Shape;1623;p117"/>
          <p:cNvSpPr txBox="1"/>
          <p:nvPr>
            <p:ph idx="5" type="title"/>
          </p:nvPr>
        </p:nvSpPr>
        <p:spPr>
          <a:xfrm>
            <a:off x="108300" y="1168075"/>
            <a:ext cx="3544500" cy="2275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IBM Plex Sans SemiBold"/>
                <a:ea typeface="IBM Plex Sans SemiBold"/>
                <a:cs typeface="IBM Plex Sans SemiBold"/>
                <a:sym typeface="IBM Plex Sans SemiBold"/>
              </a:defRPr>
            </a:lvl9pPr>
          </a:lstStyle>
          <a:p/>
        </p:txBody>
      </p:sp>
      <p:sp>
        <p:nvSpPr>
          <p:cNvPr id="1624" name="Google Shape;1624;p117"/>
          <p:cNvSpPr txBox="1"/>
          <p:nvPr>
            <p:ph idx="6" type="title"/>
          </p:nvPr>
        </p:nvSpPr>
        <p:spPr>
          <a:xfrm>
            <a:off x="3720025" y="1287875"/>
            <a:ext cx="4295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25" name="Google Shape;1625;p117"/>
          <p:cNvSpPr txBox="1"/>
          <p:nvPr>
            <p:ph idx="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1_1_1_1_1_6"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18"/>
          <p:cNvSpPr/>
          <p:nvPr/>
        </p:nvSpPr>
        <p:spPr>
          <a:xfrm rot="35689">
            <a:off x="3842097" y="2193145"/>
            <a:ext cx="4854862" cy="198250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28" name="Google Shape;1628;p118"/>
          <p:cNvSpPr/>
          <p:nvPr/>
        </p:nvSpPr>
        <p:spPr>
          <a:xfrm rot="-1029644">
            <a:off x="3491561" y="2543266"/>
            <a:ext cx="5708121" cy="1598166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629" name="Google Shape;1629;p118"/>
          <p:cNvGrpSpPr/>
          <p:nvPr/>
        </p:nvGrpSpPr>
        <p:grpSpPr>
          <a:xfrm rot="10800000">
            <a:off x="9" y="0"/>
            <a:ext cx="1889320" cy="1499480"/>
            <a:chOff x="461225" y="3249175"/>
            <a:chExt cx="1399496" cy="1110726"/>
          </a:xfrm>
        </p:grpSpPr>
        <p:grpSp>
          <p:nvGrpSpPr>
            <p:cNvPr id="1630" name="Google Shape;1630;p118"/>
            <p:cNvGrpSpPr/>
            <p:nvPr/>
          </p:nvGrpSpPr>
          <p:grpSpPr>
            <a:xfrm>
              <a:off x="461225" y="3249175"/>
              <a:ext cx="1399496" cy="370204"/>
              <a:chOff x="461225" y="3249175"/>
              <a:chExt cx="1399496" cy="370204"/>
            </a:xfrm>
          </p:grpSpPr>
          <p:sp>
            <p:nvSpPr>
              <p:cNvPr id="1631" name="Google Shape;1631;p1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2" name="Google Shape;1632;p1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3" name="Google Shape;1633;p1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4" name="Google Shape;1634;p118"/>
              <p:cNvSpPr/>
              <p:nvPr/>
            </p:nvSpPr>
            <p:spPr>
              <a:xfrm>
                <a:off x="1571821" y="3249179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35" name="Google Shape;1635;p118"/>
            <p:cNvGrpSpPr/>
            <p:nvPr/>
          </p:nvGrpSpPr>
          <p:grpSpPr>
            <a:xfrm>
              <a:off x="461225" y="3619500"/>
              <a:ext cx="1399496" cy="370202"/>
              <a:chOff x="461225" y="3249175"/>
              <a:chExt cx="1399496" cy="370202"/>
            </a:xfrm>
          </p:grpSpPr>
          <p:sp>
            <p:nvSpPr>
              <p:cNvPr id="1636" name="Google Shape;1636;p1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7" name="Google Shape;1637;p1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8" name="Google Shape;1638;p1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39" name="Google Shape;1639;p118"/>
              <p:cNvSpPr/>
              <p:nvPr/>
            </p:nvSpPr>
            <p:spPr>
              <a:xfrm>
                <a:off x="1571821" y="3249177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640" name="Google Shape;1640;p118"/>
            <p:cNvGrpSpPr/>
            <p:nvPr/>
          </p:nvGrpSpPr>
          <p:grpSpPr>
            <a:xfrm>
              <a:off x="461225" y="3989700"/>
              <a:ext cx="1399496" cy="370201"/>
              <a:chOff x="461225" y="3249175"/>
              <a:chExt cx="1399496" cy="370201"/>
            </a:xfrm>
          </p:grpSpPr>
          <p:sp>
            <p:nvSpPr>
              <p:cNvPr id="1641" name="Google Shape;1641;p118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42" name="Google Shape;1642;p118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43" name="Google Shape;1643;p118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644" name="Google Shape;1644;p118"/>
              <p:cNvSpPr/>
              <p:nvPr/>
            </p:nvSpPr>
            <p:spPr>
              <a:xfrm>
                <a:off x="1571821" y="3249176"/>
                <a:ext cx="2889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645" name="Google Shape;1645;p118"/>
          <p:cNvSpPr/>
          <p:nvPr/>
        </p:nvSpPr>
        <p:spPr>
          <a:xfrm>
            <a:off x="5909401" y="-3350"/>
            <a:ext cx="3234589" cy="1736822"/>
          </a:xfrm>
          <a:custGeom>
            <a:rect b="b" l="l" r="r" t="t"/>
            <a:pathLst>
              <a:path extrusionOk="0" h="141435" w="263403">
                <a:moveTo>
                  <a:pt x="0" y="277"/>
                </a:moveTo>
                <a:lnTo>
                  <a:pt x="193747" y="141435"/>
                </a:lnTo>
                <a:lnTo>
                  <a:pt x="263403" y="7658"/>
                </a:lnTo>
                <a:lnTo>
                  <a:pt x="263403" y="0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51000">
                <a:schemeClr val="accent1"/>
              </a:gs>
              <a:gs pos="79000">
                <a:schemeClr val="accent1"/>
              </a:gs>
              <a:gs pos="91000">
                <a:schemeClr val="accent3"/>
              </a:gs>
              <a:gs pos="100000">
                <a:schemeClr val="accent4"/>
              </a:gs>
            </a:gsLst>
            <a:lin ang="5400012" scaled="0"/>
          </a:gradFill>
          <a:ln>
            <a:noFill/>
          </a:ln>
          <a:effectLst>
            <a:outerShdw blurRad="1042988" rotWithShape="0" algn="bl" dir="5400000" dist="19050">
              <a:schemeClr val="lt2">
                <a:alpha val="49000"/>
              </a:schemeClr>
            </a:outerShdw>
          </a:effectLst>
        </p:spPr>
      </p:sp>
      <p:sp>
        <p:nvSpPr>
          <p:cNvPr id="1646" name="Google Shape;1646;p118"/>
          <p:cNvSpPr/>
          <p:nvPr/>
        </p:nvSpPr>
        <p:spPr>
          <a:xfrm>
            <a:off x="8299949" y="73285"/>
            <a:ext cx="844041" cy="1631459"/>
          </a:xfrm>
          <a:custGeom>
            <a:rect b="b" l="l" r="r" t="t"/>
            <a:pathLst>
              <a:path extrusionOk="0" h="132855" w="68733">
                <a:moveTo>
                  <a:pt x="0" y="132855"/>
                </a:moveTo>
                <a:lnTo>
                  <a:pt x="68733" y="58124"/>
                </a:lnTo>
                <a:lnTo>
                  <a:pt x="6873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</p:sp>
      <p:sp>
        <p:nvSpPr>
          <p:cNvPr id="1647" name="Google Shape;1647;p118"/>
          <p:cNvSpPr txBox="1"/>
          <p:nvPr>
            <p:ph type="title"/>
          </p:nvPr>
        </p:nvSpPr>
        <p:spPr>
          <a:xfrm>
            <a:off x="163725" y="2947825"/>
            <a:ext cx="6637500" cy="14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BM Plex Sans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648" name="Google Shape;1648;p118"/>
          <p:cNvSpPr txBox="1"/>
          <p:nvPr>
            <p:ph idx="1" type="subTitle"/>
          </p:nvPr>
        </p:nvSpPr>
        <p:spPr>
          <a:xfrm>
            <a:off x="163725" y="1184350"/>
            <a:ext cx="3336600" cy="15822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/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Sora"/>
              <a:buNone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49" name="Google Shape;1649;p118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50" name="Google Shape;1650;p118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1_1_1_1_1_1_5">
    <p:spTree>
      <p:nvGrpSpPr>
        <p:cNvPr id="1651" name="Shape 1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2" name="Google Shape;1652;p119"/>
          <p:cNvSpPr/>
          <p:nvPr/>
        </p:nvSpPr>
        <p:spPr>
          <a:xfrm>
            <a:off x="1347300" y="4352975"/>
            <a:ext cx="6752827" cy="790544"/>
          </a:xfrm>
          <a:custGeom>
            <a:rect b="b" l="l" r="r" t="t"/>
            <a:pathLst>
              <a:path extrusionOk="0" h="14771" w="86243">
                <a:moveTo>
                  <a:pt x="61203" y="1"/>
                </a:moveTo>
                <a:lnTo>
                  <a:pt x="59656" y="20"/>
                </a:lnTo>
                <a:lnTo>
                  <a:pt x="58090" y="60"/>
                </a:lnTo>
                <a:lnTo>
                  <a:pt x="56504" y="119"/>
                </a:lnTo>
                <a:lnTo>
                  <a:pt x="54898" y="199"/>
                </a:lnTo>
                <a:lnTo>
                  <a:pt x="53272" y="298"/>
                </a:lnTo>
                <a:lnTo>
                  <a:pt x="51627" y="417"/>
                </a:lnTo>
                <a:lnTo>
                  <a:pt x="49961" y="575"/>
                </a:lnTo>
                <a:lnTo>
                  <a:pt x="48276" y="734"/>
                </a:lnTo>
                <a:lnTo>
                  <a:pt x="46591" y="932"/>
                </a:lnTo>
                <a:lnTo>
                  <a:pt x="44886" y="1150"/>
                </a:lnTo>
                <a:lnTo>
                  <a:pt x="43161" y="1388"/>
                </a:lnTo>
                <a:lnTo>
                  <a:pt x="41436" y="1646"/>
                </a:lnTo>
                <a:lnTo>
                  <a:pt x="39711" y="1924"/>
                </a:lnTo>
                <a:lnTo>
                  <a:pt x="37967" y="2221"/>
                </a:lnTo>
                <a:lnTo>
                  <a:pt x="36202" y="2538"/>
                </a:lnTo>
                <a:lnTo>
                  <a:pt x="34458" y="2875"/>
                </a:lnTo>
                <a:lnTo>
                  <a:pt x="31900" y="3411"/>
                </a:lnTo>
                <a:lnTo>
                  <a:pt x="29382" y="3986"/>
                </a:lnTo>
                <a:lnTo>
                  <a:pt x="26884" y="4600"/>
                </a:lnTo>
                <a:lnTo>
                  <a:pt x="24426" y="5235"/>
                </a:lnTo>
                <a:lnTo>
                  <a:pt x="22007" y="5909"/>
                </a:lnTo>
                <a:lnTo>
                  <a:pt x="19628" y="6622"/>
                </a:lnTo>
                <a:lnTo>
                  <a:pt x="17288" y="7356"/>
                </a:lnTo>
                <a:lnTo>
                  <a:pt x="15008" y="8129"/>
                </a:lnTo>
                <a:lnTo>
                  <a:pt x="12867" y="8902"/>
                </a:lnTo>
                <a:lnTo>
                  <a:pt x="10805" y="9695"/>
                </a:lnTo>
                <a:lnTo>
                  <a:pt x="8823" y="10488"/>
                </a:lnTo>
                <a:lnTo>
                  <a:pt x="6900" y="11321"/>
                </a:lnTo>
                <a:lnTo>
                  <a:pt x="5056" y="12154"/>
                </a:lnTo>
                <a:lnTo>
                  <a:pt x="4164" y="12590"/>
                </a:lnTo>
                <a:lnTo>
                  <a:pt x="3291" y="13006"/>
                </a:lnTo>
                <a:lnTo>
                  <a:pt x="2439" y="13442"/>
                </a:lnTo>
                <a:lnTo>
                  <a:pt x="1606" y="13879"/>
                </a:lnTo>
                <a:lnTo>
                  <a:pt x="793" y="14335"/>
                </a:lnTo>
                <a:lnTo>
                  <a:pt x="0" y="14771"/>
                </a:lnTo>
                <a:lnTo>
                  <a:pt x="83665" y="14771"/>
                </a:lnTo>
                <a:lnTo>
                  <a:pt x="84042" y="14335"/>
                </a:lnTo>
                <a:lnTo>
                  <a:pt x="84379" y="13918"/>
                </a:lnTo>
                <a:lnTo>
                  <a:pt x="84696" y="13482"/>
                </a:lnTo>
                <a:lnTo>
                  <a:pt x="84974" y="13066"/>
                </a:lnTo>
                <a:lnTo>
                  <a:pt x="85232" y="12649"/>
                </a:lnTo>
                <a:lnTo>
                  <a:pt x="85450" y="12233"/>
                </a:lnTo>
                <a:lnTo>
                  <a:pt x="85648" y="11817"/>
                </a:lnTo>
                <a:lnTo>
                  <a:pt x="85826" y="11400"/>
                </a:lnTo>
                <a:lnTo>
                  <a:pt x="85965" y="11004"/>
                </a:lnTo>
                <a:lnTo>
                  <a:pt x="86084" y="10607"/>
                </a:lnTo>
                <a:lnTo>
                  <a:pt x="86163" y="10211"/>
                </a:lnTo>
                <a:lnTo>
                  <a:pt x="86223" y="9814"/>
                </a:lnTo>
                <a:lnTo>
                  <a:pt x="86243" y="9438"/>
                </a:lnTo>
                <a:lnTo>
                  <a:pt x="86243" y="9041"/>
                </a:lnTo>
                <a:lnTo>
                  <a:pt x="86203" y="8664"/>
                </a:lnTo>
                <a:lnTo>
                  <a:pt x="86144" y="8288"/>
                </a:lnTo>
                <a:lnTo>
                  <a:pt x="86084" y="8050"/>
                </a:lnTo>
                <a:lnTo>
                  <a:pt x="86025" y="7812"/>
                </a:lnTo>
                <a:lnTo>
                  <a:pt x="85945" y="7574"/>
                </a:lnTo>
                <a:lnTo>
                  <a:pt x="85846" y="7336"/>
                </a:lnTo>
                <a:lnTo>
                  <a:pt x="85747" y="7118"/>
                </a:lnTo>
                <a:lnTo>
                  <a:pt x="85628" y="6880"/>
                </a:lnTo>
                <a:lnTo>
                  <a:pt x="85370" y="6444"/>
                </a:lnTo>
                <a:lnTo>
                  <a:pt x="85053" y="6008"/>
                </a:lnTo>
                <a:lnTo>
                  <a:pt x="84676" y="5591"/>
                </a:lnTo>
                <a:lnTo>
                  <a:pt x="84280" y="5175"/>
                </a:lnTo>
                <a:lnTo>
                  <a:pt x="83824" y="4798"/>
                </a:lnTo>
                <a:lnTo>
                  <a:pt x="83309" y="4402"/>
                </a:lnTo>
                <a:lnTo>
                  <a:pt x="82773" y="4045"/>
                </a:lnTo>
                <a:lnTo>
                  <a:pt x="82178" y="3688"/>
                </a:lnTo>
                <a:lnTo>
                  <a:pt x="81524" y="3351"/>
                </a:lnTo>
                <a:lnTo>
                  <a:pt x="80850" y="3034"/>
                </a:lnTo>
                <a:lnTo>
                  <a:pt x="80117" y="2717"/>
                </a:lnTo>
                <a:lnTo>
                  <a:pt x="79343" y="2419"/>
                </a:lnTo>
                <a:lnTo>
                  <a:pt x="78530" y="2142"/>
                </a:lnTo>
                <a:lnTo>
                  <a:pt x="77698" y="1884"/>
                </a:lnTo>
                <a:lnTo>
                  <a:pt x="76825" y="1646"/>
                </a:lnTo>
                <a:lnTo>
                  <a:pt x="75933" y="1428"/>
                </a:lnTo>
                <a:lnTo>
                  <a:pt x="74982" y="1230"/>
                </a:lnTo>
                <a:lnTo>
                  <a:pt x="74010" y="1031"/>
                </a:lnTo>
                <a:lnTo>
                  <a:pt x="72999" y="853"/>
                </a:lnTo>
                <a:lnTo>
                  <a:pt x="71948" y="694"/>
                </a:lnTo>
                <a:lnTo>
                  <a:pt x="70878" y="556"/>
                </a:lnTo>
                <a:lnTo>
                  <a:pt x="69767" y="437"/>
                </a:lnTo>
                <a:lnTo>
                  <a:pt x="68618" y="318"/>
                </a:lnTo>
                <a:lnTo>
                  <a:pt x="67448" y="219"/>
                </a:lnTo>
                <a:lnTo>
                  <a:pt x="66258" y="139"/>
                </a:lnTo>
                <a:lnTo>
                  <a:pt x="65029" y="80"/>
                </a:lnTo>
                <a:lnTo>
                  <a:pt x="63780" y="40"/>
                </a:lnTo>
                <a:lnTo>
                  <a:pt x="62511" y="20"/>
                </a:lnTo>
                <a:lnTo>
                  <a:pt x="61203" y="1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53" name="Google Shape;1653;p11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54" name="Google Shape;1654;p119"/>
          <p:cNvSpPr txBox="1"/>
          <p:nvPr>
            <p:ph idx="2"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655" name="Google Shape;1655;p119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_1_1_1_1_1_1_4">
    <p:spTree>
      <p:nvGrpSpPr>
        <p:cNvPr id="1656" name="Shape 1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7" name="Google Shape;1657;p120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58" name="Google Shape;1658;p120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59" name="Google Shape;1659;p120"/>
          <p:cNvSpPr txBox="1"/>
          <p:nvPr>
            <p:ph idx="2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60" name="Google Shape;1660;p120"/>
          <p:cNvSpPr txBox="1"/>
          <p:nvPr>
            <p:ph idx="3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61" name="Google Shape;1661;p120"/>
          <p:cNvSpPr txBox="1"/>
          <p:nvPr>
            <p:ph idx="4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62" name="Google Shape;1662;p120"/>
          <p:cNvSpPr txBox="1"/>
          <p:nvPr>
            <p:ph idx="5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63" name="Google Shape;1663;p120"/>
          <p:cNvSpPr txBox="1"/>
          <p:nvPr>
            <p:ph idx="6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BM Plex Sans Medium"/>
              <a:buNone/>
              <a:defRPr sz="10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64" name="Google Shape;1664;p120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65" name="Google Shape;1665;p120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66" name="Google Shape;1666;p120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67" name="Google Shape;1667;p120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68" name="Google Shape;1668;p120"/>
          <p:cNvSpPr txBox="1"/>
          <p:nvPr>
            <p:ph idx="8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69" name="Google Shape;1669;p120"/>
          <p:cNvSpPr txBox="1"/>
          <p:nvPr>
            <p:ph idx="9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70" name="Google Shape;1670;p120"/>
          <p:cNvSpPr txBox="1"/>
          <p:nvPr>
            <p:ph idx="13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71" name="Google Shape;1671;p120"/>
          <p:cNvSpPr txBox="1"/>
          <p:nvPr>
            <p:ph idx="14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72" name="Google Shape;1672;p120"/>
          <p:cNvSpPr txBox="1"/>
          <p:nvPr>
            <p:ph idx="15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000"/>
              <a:buFont typeface="Sora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■"/>
              <a:defRPr sz="1000"/>
            </a:lvl9pPr>
          </a:lstStyle>
          <a:p/>
        </p:txBody>
      </p:sp>
      <p:sp>
        <p:nvSpPr>
          <p:cNvPr id="1673" name="Google Shape;1673;p120"/>
          <p:cNvSpPr txBox="1"/>
          <p:nvPr>
            <p:ph idx="16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1674" name="Google Shape;1674;p120"/>
          <p:cNvSpPr txBox="1"/>
          <p:nvPr>
            <p:ph idx="17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1675" name="Google Shape;1675;p120"/>
          <p:cNvSpPr txBox="1"/>
          <p:nvPr>
            <p:ph idx="18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➔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/>
            </a:lvl9pPr>
          </a:lstStyle>
          <a:p/>
        </p:txBody>
      </p:sp>
      <p:sp>
        <p:nvSpPr>
          <p:cNvPr id="1676" name="Google Shape;1676;p120"/>
          <p:cNvSpPr txBox="1"/>
          <p:nvPr>
            <p:ph idx="19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677" name="Google Shape;1677;p120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- Dark">
  <p:cSld name="BLANK_1_1_1_1_1_1_1_1_1_1_4_1">
    <p:bg>
      <p:bgPr>
        <a:solidFill>
          <a:schemeClr val="lt1"/>
        </a:solidFill>
      </p:bgPr>
    </p:bg>
    <p:spTree>
      <p:nvGrpSpPr>
        <p:cNvPr id="1678" name="Shape 1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9" name="Google Shape;1679;p121"/>
          <p:cNvSpPr/>
          <p:nvPr/>
        </p:nvSpPr>
        <p:spPr>
          <a:xfrm rot="-737329">
            <a:off x="5068924" y="-96942"/>
            <a:ext cx="3371552" cy="1136324"/>
          </a:xfrm>
          <a:prstGeom prst="chord">
            <a:avLst>
              <a:gd fmla="val 21353619" name="adj1"/>
              <a:gd fmla="val 1421063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5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0" name="Google Shape;1680;p121"/>
          <p:cNvSpPr txBox="1"/>
          <p:nvPr>
            <p:ph type="title"/>
          </p:nvPr>
        </p:nvSpPr>
        <p:spPr>
          <a:xfrm>
            <a:off x="134550" y="1524225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81" name="Google Shape;1681;p121"/>
          <p:cNvSpPr txBox="1"/>
          <p:nvPr>
            <p:ph idx="2" type="title"/>
          </p:nvPr>
        </p:nvSpPr>
        <p:spPr>
          <a:xfrm>
            <a:off x="134550" y="260620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82" name="Google Shape;1682;p121"/>
          <p:cNvSpPr txBox="1"/>
          <p:nvPr>
            <p:ph idx="3" type="title"/>
          </p:nvPr>
        </p:nvSpPr>
        <p:spPr>
          <a:xfrm>
            <a:off x="134550" y="3659750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BM Plex Sans Medium"/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BM Plex Sans Medium"/>
              <a:buNone/>
              <a:defRPr sz="10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83" name="Google Shape;1683;p121"/>
          <p:cNvSpPr txBox="1"/>
          <p:nvPr>
            <p:ph idx="4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84" name="Google Shape;1684;p121"/>
          <p:cNvSpPr txBox="1"/>
          <p:nvPr>
            <p:ph idx="5" type="title"/>
          </p:nvPr>
        </p:nvSpPr>
        <p:spPr>
          <a:xfrm>
            <a:off x="132615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85" name="Google Shape;1685;p121"/>
          <p:cNvSpPr txBox="1"/>
          <p:nvPr>
            <p:ph idx="6" type="title"/>
          </p:nvPr>
        </p:nvSpPr>
        <p:spPr>
          <a:xfrm>
            <a:off x="3808925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86" name="Google Shape;1686;p121"/>
          <p:cNvSpPr txBox="1"/>
          <p:nvPr>
            <p:ph idx="7" type="title"/>
          </p:nvPr>
        </p:nvSpPr>
        <p:spPr>
          <a:xfrm>
            <a:off x="6291700" y="983700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BM Plex Sans Medium"/>
              <a:buNone/>
              <a:defRPr sz="1200">
                <a:solidFill>
                  <a:schemeClr val="accen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687" name="Google Shape;1687;p121"/>
          <p:cNvSpPr/>
          <p:nvPr/>
        </p:nvSpPr>
        <p:spPr>
          <a:xfrm flipH="1" rot="-6104187">
            <a:off x="4324040" y="2970795"/>
            <a:ext cx="1541221" cy="4732320"/>
          </a:xfrm>
          <a:prstGeom prst="chord">
            <a:avLst>
              <a:gd fmla="val 4994308" name="adj1"/>
              <a:gd fmla="val 15114049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8" name="Google Shape;1688;p121"/>
          <p:cNvSpPr/>
          <p:nvPr/>
        </p:nvSpPr>
        <p:spPr>
          <a:xfrm rot="5740201">
            <a:off x="4240558" y="2810912"/>
            <a:ext cx="1433212" cy="5490517"/>
          </a:xfrm>
          <a:prstGeom prst="chord">
            <a:avLst>
              <a:gd fmla="val 5592353" name="adj1"/>
              <a:gd fmla="val 15024063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689" name="Google Shape;1689;p121"/>
          <p:cNvSpPr txBox="1"/>
          <p:nvPr>
            <p:ph idx="8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690" name="Google Shape;1690;p121"/>
          <p:cNvSpPr txBox="1"/>
          <p:nvPr>
            <p:ph idx="1" type="body"/>
          </p:nvPr>
        </p:nvSpPr>
        <p:spPr>
          <a:xfrm>
            <a:off x="1326025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1" name="Google Shape;1691;p121"/>
          <p:cNvSpPr txBox="1"/>
          <p:nvPr>
            <p:ph idx="9" type="body"/>
          </p:nvPr>
        </p:nvSpPr>
        <p:spPr>
          <a:xfrm>
            <a:off x="380886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2" name="Google Shape;1692;p121"/>
          <p:cNvSpPr txBox="1"/>
          <p:nvPr>
            <p:ph idx="13" type="body"/>
          </p:nvPr>
        </p:nvSpPr>
        <p:spPr>
          <a:xfrm>
            <a:off x="6291713" y="361505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3" name="Google Shape;1693;p121"/>
          <p:cNvSpPr txBox="1"/>
          <p:nvPr>
            <p:ph idx="14" type="body"/>
          </p:nvPr>
        </p:nvSpPr>
        <p:spPr>
          <a:xfrm>
            <a:off x="1326025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4" name="Google Shape;1694;p121"/>
          <p:cNvSpPr txBox="1"/>
          <p:nvPr>
            <p:ph idx="15" type="body"/>
          </p:nvPr>
        </p:nvSpPr>
        <p:spPr>
          <a:xfrm>
            <a:off x="380886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5" name="Google Shape;1695;p121"/>
          <p:cNvSpPr txBox="1"/>
          <p:nvPr>
            <p:ph idx="16" type="body"/>
          </p:nvPr>
        </p:nvSpPr>
        <p:spPr>
          <a:xfrm>
            <a:off x="6291713" y="2606200"/>
            <a:ext cx="2296500" cy="9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6" name="Google Shape;1696;p121"/>
          <p:cNvSpPr txBox="1"/>
          <p:nvPr>
            <p:ph idx="17" type="body"/>
          </p:nvPr>
        </p:nvSpPr>
        <p:spPr>
          <a:xfrm>
            <a:off x="1326025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7" name="Google Shape;1697;p121"/>
          <p:cNvSpPr txBox="1"/>
          <p:nvPr>
            <p:ph idx="18" type="body"/>
          </p:nvPr>
        </p:nvSpPr>
        <p:spPr>
          <a:xfrm>
            <a:off x="3808867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8" name="Google Shape;1698;p121"/>
          <p:cNvSpPr txBox="1"/>
          <p:nvPr>
            <p:ph idx="19" type="body"/>
          </p:nvPr>
        </p:nvSpPr>
        <p:spPr>
          <a:xfrm>
            <a:off x="6291721" y="1524225"/>
            <a:ext cx="2296500" cy="83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○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◆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Char char="●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9" name="Google Shape;1699;p121"/>
          <p:cNvSpPr txBox="1"/>
          <p:nvPr>
            <p:ph idx="20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two bodies">
  <p:cSld name="BLANK_1_1_1_1_1_1_1_1_1_1_3_2">
    <p:bg>
      <p:bgPr>
        <a:solidFill>
          <a:schemeClr val="lt1"/>
        </a:solidFill>
      </p:bgPr>
    </p:bg>
    <p:spTree>
      <p:nvGrpSpPr>
        <p:cNvPr id="1700" name="Shape 1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1" name="Google Shape;1701;p122"/>
          <p:cNvSpPr/>
          <p:nvPr/>
        </p:nvSpPr>
        <p:spPr>
          <a:xfrm flipH="1" rot="-5400000">
            <a:off x="1263236" y="2706539"/>
            <a:ext cx="1173845" cy="3700317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2" name="Google Shape;1702;p122"/>
          <p:cNvSpPr/>
          <p:nvPr/>
        </p:nvSpPr>
        <p:spPr>
          <a:xfrm flipH="1">
            <a:off x="228605" y="3621311"/>
            <a:ext cx="3534079" cy="1522191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03" name="Google Shape;1703;p122"/>
          <p:cNvSpPr/>
          <p:nvPr/>
        </p:nvSpPr>
        <p:spPr>
          <a:xfrm flipH="1">
            <a:off x="234700" y="1635550"/>
            <a:ext cx="332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grpSp>
        <p:nvGrpSpPr>
          <p:cNvPr id="1704" name="Google Shape;1704;p122"/>
          <p:cNvGrpSpPr/>
          <p:nvPr/>
        </p:nvGrpSpPr>
        <p:grpSpPr>
          <a:xfrm flipH="1">
            <a:off x="7293000" y="0"/>
            <a:ext cx="1851000" cy="1225325"/>
            <a:chOff x="461225" y="3875100"/>
            <a:chExt cx="1851000" cy="1225325"/>
          </a:xfrm>
        </p:grpSpPr>
        <p:grpSp>
          <p:nvGrpSpPr>
            <p:cNvPr id="1705" name="Google Shape;1705;p122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706" name="Google Shape;1706;p122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07" name="Google Shape;1707;p122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08" name="Google Shape;1708;p122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09" name="Google Shape;1709;p122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10" name="Google Shape;1710;p122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711" name="Google Shape;1711;p122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712" name="Google Shape;1712;p122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13" name="Google Shape;1713;p1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14" name="Google Shape;1714;p1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15" name="Google Shape;1715;p122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716" name="Google Shape;1716;p122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717" name="Google Shape;1717;p12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18" name="Google Shape;1718;p12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19" name="Google Shape;1719;p12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20" name="Google Shape;1720;p12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721" name="Google Shape;1721;p122"/>
          <p:cNvSpPr txBox="1"/>
          <p:nvPr>
            <p:ph type="title"/>
          </p:nvPr>
        </p:nvSpPr>
        <p:spPr>
          <a:xfrm>
            <a:off x="3822450" y="1287875"/>
            <a:ext cx="4295400" cy="277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22" name="Google Shape;1722;p122"/>
          <p:cNvSpPr txBox="1"/>
          <p:nvPr>
            <p:ph idx="2" type="title"/>
          </p:nvPr>
        </p:nvSpPr>
        <p:spPr>
          <a:xfrm>
            <a:off x="85725" y="1287875"/>
            <a:ext cx="3347400" cy="2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 Medium"/>
              <a:buNone/>
              <a:defRPr sz="12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Sora"/>
              <a:buNone/>
              <a:defRPr sz="12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23" name="Google Shape;1723;p122"/>
          <p:cNvSpPr/>
          <p:nvPr>
            <p:ph idx="3" type="pic"/>
          </p:nvPr>
        </p:nvSpPr>
        <p:spPr>
          <a:xfrm>
            <a:off x="227225" y="18323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724" name="Google Shape;1724;p122"/>
          <p:cNvSpPr/>
          <p:nvPr>
            <p:ph idx="4" type="pic"/>
          </p:nvPr>
        </p:nvSpPr>
        <p:spPr>
          <a:xfrm>
            <a:off x="227225" y="267242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725" name="Google Shape;1725;p122"/>
          <p:cNvSpPr/>
          <p:nvPr>
            <p:ph idx="5" type="pic"/>
          </p:nvPr>
        </p:nvSpPr>
        <p:spPr>
          <a:xfrm>
            <a:off x="227225" y="3512475"/>
            <a:ext cx="821100" cy="785400"/>
          </a:xfrm>
          <a:prstGeom prst="rect">
            <a:avLst/>
          </a:prstGeom>
          <a:noFill/>
          <a:ln>
            <a:noFill/>
          </a:ln>
        </p:spPr>
      </p:sp>
      <p:sp>
        <p:nvSpPr>
          <p:cNvPr id="1726" name="Google Shape;1726;p122"/>
          <p:cNvSpPr txBox="1"/>
          <p:nvPr>
            <p:ph idx="6" type="title"/>
          </p:nvPr>
        </p:nvSpPr>
        <p:spPr>
          <a:xfrm>
            <a:off x="1048325" y="18323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27" name="Google Shape;1727;p122"/>
          <p:cNvSpPr txBox="1"/>
          <p:nvPr>
            <p:ph idx="7" type="title"/>
          </p:nvPr>
        </p:nvSpPr>
        <p:spPr>
          <a:xfrm>
            <a:off x="1048325" y="267242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28" name="Google Shape;1728;p122"/>
          <p:cNvSpPr txBox="1"/>
          <p:nvPr>
            <p:ph idx="8" type="title"/>
          </p:nvPr>
        </p:nvSpPr>
        <p:spPr>
          <a:xfrm>
            <a:off x="1048325" y="3512475"/>
            <a:ext cx="2069700" cy="785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Sora"/>
              <a:buNone/>
              <a:defRPr sz="1000">
                <a:solidFill>
                  <a:schemeClr val="dk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29" name="Google Shape;1729;p122"/>
          <p:cNvSpPr txBox="1"/>
          <p:nvPr>
            <p:ph idx="9" type="title"/>
          </p:nvPr>
        </p:nvSpPr>
        <p:spPr>
          <a:xfrm>
            <a:off x="3820750" y="1711525"/>
            <a:ext cx="1800000" cy="1522200"/>
          </a:xfrm>
          <a:prstGeom prst="rect">
            <a:avLst/>
          </a:prstGeom>
        </p:spPr>
        <p:txBody>
          <a:bodyPr anchorCtr="0" anchor="t" bIns="91425" lIns="0" spcFirstLastPara="1" rIns="0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Medium"/>
              <a:buNone/>
              <a:defRPr sz="1000">
                <a:solidFill>
                  <a:schemeClr val="dk2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730" name="Google Shape;1730;p122"/>
          <p:cNvSpPr txBox="1"/>
          <p:nvPr>
            <p:ph idx="13" type="title"/>
          </p:nvPr>
        </p:nvSpPr>
        <p:spPr>
          <a:xfrm>
            <a:off x="7107575" y="1711450"/>
            <a:ext cx="8742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731" name="Google Shape;1731;p122"/>
          <p:cNvSpPr txBox="1"/>
          <p:nvPr>
            <p:ph idx="14" type="title"/>
          </p:nvPr>
        </p:nvSpPr>
        <p:spPr>
          <a:xfrm>
            <a:off x="5518325" y="1711575"/>
            <a:ext cx="1322100" cy="152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Light"/>
              <a:buNone/>
              <a:defRPr sz="1000">
                <a:solidFill>
                  <a:schemeClr val="dk2"/>
                </a:solidFill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732" name="Google Shape;1732;p122"/>
          <p:cNvSpPr txBox="1"/>
          <p:nvPr>
            <p:ph idx="1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33" name="Google Shape;1733;p122"/>
          <p:cNvSpPr txBox="1"/>
          <p:nvPr>
            <p:ph idx="16" type="title"/>
          </p:nvPr>
        </p:nvSpPr>
        <p:spPr>
          <a:xfrm>
            <a:off x="93381" y="502775"/>
            <a:ext cx="7178100" cy="7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734" name="Google Shape;1734;p122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Headline and Project Roadmap">
  <p:cSld name="BLANK_1_1_1_1_1_1_1_1_1_1_3_1">
    <p:bg>
      <p:bgPr>
        <a:solidFill>
          <a:schemeClr val="lt1"/>
        </a:solidFill>
      </p:bgPr>
    </p:bg>
    <p:spTree>
      <p:nvGrpSpPr>
        <p:cNvPr id="1735" name="Shape 1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6" name="Google Shape;1736;p123"/>
          <p:cNvSpPr txBox="1"/>
          <p:nvPr>
            <p:ph type="title"/>
          </p:nvPr>
        </p:nvSpPr>
        <p:spPr>
          <a:xfrm>
            <a:off x="134550" y="1339350"/>
            <a:ext cx="1119600" cy="297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37" name="Google Shape;1737;p123"/>
          <p:cNvSpPr txBox="1"/>
          <p:nvPr>
            <p:ph idx="2" type="title"/>
          </p:nvPr>
        </p:nvSpPr>
        <p:spPr>
          <a:xfrm>
            <a:off x="132615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38" name="Google Shape;1738;p123"/>
          <p:cNvSpPr txBox="1"/>
          <p:nvPr>
            <p:ph idx="3" type="title"/>
          </p:nvPr>
        </p:nvSpPr>
        <p:spPr>
          <a:xfrm>
            <a:off x="3877025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39" name="Google Shape;1739;p123"/>
          <p:cNvSpPr txBox="1"/>
          <p:nvPr>
            <p:ph idx="4" type="title"/>
          </p:nvPr>
        </p:nvSpPr>
        <p:spPr>
          <a:xfrm>
            <a:off x="6291700" y="904338"/>
            <a:ext cx="22965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40" name="Google Shape;1740;p123"/>
          <p:cNvSpPr txBox="1"/>
          <p:nvPr>
            <p:ph idx="5" type="title"/>
          </p:nvPr>
        </p:nvSpPr>
        <p:spPr>
          <a:xfrm>
            <a:off x="134550" y="254522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41" name="Google Shape;1741;p123"/>
          <p:cNvSpPr txBox="1"/>
          <p:nvPr>
            <p:ph idx="6" type="title"/>
          </p:nvPr>
        </p:nvSpPr>
        <p:spPr>
          <a:xfrm>
            <a:off x="134550" y="3703975"/>
            <a:ext cx="1119600" cy="29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BM Plex Sans Medium"/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42" name="Google Shape;1742;p123"/>
          <p:cNvSpPr txBox="1"/>
          <p:nvPr>
            <p:ph idx="7" type="title"/>
          </p:nvPr>
        </p:nvSpPr>
        <p:spPr>
          <a:xfrm>
            <a:off x="3877025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43" name="Google Shape;1743;p123"/>
          <p:cNvSpPr txBox="1"/>
          <p:nvPr>
            <p:ph idx="8" type="title"/>
          </p:nvPr>
        </p:nvSpPr>
        <p:spPr>
          <a:xfrm>
            <a:off x="3877025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44" name="Google Shape;1744;p123"/>
          <p:cNvSpPr txBox="1"/>
          <p:nvPr>
            <p:ph idx="9" type="title"/>
          </p:nvPr>
        </p:nvSpPr>
        <p:spPr>
          <a:xfrm>
            <a:off x="3877025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➔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○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◆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Char char="●"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45" name="Google Shape;1745;p123"/>
          <p:cNvSpPr txBox="1"/>
          <p:nvPr>
            <p:ph idx="13" type="title"/>
          </p:nvPr>
        </p:nvSpPr>
        <p:spPr>
          <a:xfrm>
            <a:off x="6427900" y="2552413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46" name="Google Shape;1746;p123"/>
          <p:cNvSpPr txBox="1"/>
          <p:nvPr>
            <p:ph idx="14" type="title"/>
          </p:nvPr>
        </p:nvSpPr>
        <p:spPr>
          <a:xfrm>
            <a:off x="6427900" y="1339350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47" name="Google Shape;1747;p123"/>
          <p:cNvSpPr txBox="1"/>
          <p:nvPr>
            <p:ph idx="15" type="title"/>
          </p:nvPr>
        </p:nvSpPr>
        <p:spPr>
          <a:xfrm>
            <a:off x="6427900" y="3711169"/>
            <a:ext cx="2160300" cy="9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Sora"/>
              <a:buChar char="➔"/>
              <a:defRPr sz="1000"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○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◆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Char char="●"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48" name="Google Shape;1748;p123"/>
          <p:cNvSpPr txBox="1"/>
          <p:nvPr>
            <p:ph idx="16" type="title"/>
          </p:nvPr>
        </p:nvSpPr>
        <p:spPr>
          <a:xfrm>
            <a:off x="1326150" y="1339350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49" name="Google Shape;1749;p123"/>
          <p:cNvSpPr txBox="1"/>
          <p:nvPr>
            <p:ph idx="17" type="title"/>
          </p:nvPr>
        </p:nvSpPr>
        <p:spPr>
          <a:xfrm>
            <a:off x="1326150" y="2545213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50" name="Google Shape;1750;p123"/>
          <p:cNvSpPr txBox="1"/>
          <p:nvPr>
            <p:ph idx="18" type="title"/>
          </p:nvPr>
        </p:nvSpPr>
        <p:spPr>
          <a:xfrm>
            <a:off x="1326150" y="3703969"/>
            <a:ext cx="2296500" cy="92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51" name="Google Shape;1751;p123"/>
          <p:cNvSpPr txBox="1"/>
          <p:nvPr>
            <p:ph idx="1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52" name="Google Shape;1752;p123"/>
          <p:cNvSpPr txBox="1"/>
          <p:nvPr>
            <p:ph idx="20" type="title"/>
          </p:nvPr>
        </p:nvSpPr>
        <p:spPr>
          <a:xfrm>
            <a:off x="38100" y="319650"/>
            <a:ext cx="31167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753" name="Google Shape;1753;p123"/>
          <p:cNvSpPr txBox="1"/>
          <p:nvPr>
            <p:ph idx="21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BLANK_1_1_1_1_1_1_1_1_1_1_2">
    <p:spTree>
      <p:nvGrpSpPr>
        <p:cNvPr id="1754" name="Shape 1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5" name="Google Shape;1755;p124"/>
          <p:cNvSpPr/>
          <p:nvPr/>
        </p:nvSpPr>
        <p:spPr>
          <a:xfrm>
            <a:off x="8210550" y="-7150"/>
            <a:ext cx="945375" cy="1453000"/>
          </a:xfrm>
          <a:custGeom>
            <a:rect b="b" l="l" r="r" t="t"/>
            <a:pathLst>
              <a:path extrusionOk="0" h="58120" w="37815">
                <a:moveTo>
                  <a:pt x="0" y="35846"/>
                </a:moveTo>
                <a:lnTo>
                  <a:pt x="37815" y="58120"/>
                </a:lnTo>
                <a:lnTo>
                  <a:pt x="37589" y="0"/>
                </a:lnTo>
                <a:lnTo>
                  <a:pt x="2413" y="32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756" name="Google Shape;1756;p124"/>
          <p:cNvSpPr/>
          <p:nvPr/>
        </p:nvSpPr>
        <p:spPr>
          <a:xfrm>
            <a:off x="4614025" y="-6850"/>
            <a:ext cx="3659250" cy="1404775"/>
          </a:xfrm>
          <a:custGeom>
            <a:rect b="b" l="l" r="r" t="t"/>
            <a:pathLst>
              <a:path extrusionOk="0" h="56191" w="146370">
                <a:moveTo>
                  <a:pt x="5482" y="0"/>
                </a:moveTo>
                <a:lnTo>
                  <a:pt x="0" y="56191"/>
                </a:lnTo>
                <a:lnTo>
                  <a:pt x="144451" y="35907"/>
                </a:lnTo>
                <a:lnTo>
                  <a:pt x="146370" y="274"/>
                </a:lnTo>
                <a:close/>
              </a:path>
            </a:pathLst>
          </a:cu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</p:sp>
      <p:sp>
        <p:nvSpPr>
          <p:cNvPr id="1757" name="Google Shape;1757;p124"/>
          <p:cNvSpPr txBox="1"/>
          <p:nvPr>
            <p:ph type="title"/>
          </p:nvPr>
        </p:nvSpPr>
        <p:spPr>
          <a:xfrm>
            <a:off x="115025" y="502775"/>
            <a:ext cx="58290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58" name="Google Shape;1758;p124"/>
          <p:cNvSpPr txBox="1"/>
          <p:nvPr>
            <p:ph idx="2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59" name="Google Shape;1759;p124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60" name="Google Shape;1760;p124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61" name="Google Shape;1761;p124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62" name="Google Shape;1762;p124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63" name="Google Shape;1763;p124"/>
          <p:cNvSpPr txBox="1"/>
          <p:nvPr>
            <p:ph idx="7" type="title"/>
          </p:nvPr>
        </p:nvSpPr>
        <p:spPr>
          <a:xfrm>
            <a:off x="7730563" y="1797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BM Plex Sans Medium"/>
              <a:buNone/>
              <a:defRPr sz="12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764" name="Google Shape;1764;p124"/>
          <p:cNvSpPr txBox="1"/>
          <p:nvPr>
            <p:ph idx="1" type="body"/>
          </p:nvPr>
        </p:nvSpPr>
        <p:spPr>
          <a:xfrm>
            <a:off x="148300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765" name="Google Shape;1765;p124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766" name="Google Shape;1766;p124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767" name="Google Shape;1767;p124"/>
          <p:cNvSpPr txBox="1"/>
          <p:nvPr>
            <p:ph idx="13" type="body"/>
          </p:nvPr>
        </p:nvSpPr>
        <p:spPr>
          <a:xfrm>
            <a:off x="7346300" y="3194850"/>
            <a:ext cx="1649400" cy="14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●"/>
              <a:defRPr sz="1000">
                <a:latin typeface="Sora Medium"/>
                <a:ea typeface="Sora Medium"/>
                <a:cs typeface="Sora Medium"/>
                <a:sym typeface="Sora Medium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○"/>
              <a:defRPr sz="1000">
                <a:latin typeface="Sora Medium"/>
                <a:ea typeface="Sora Medium"/>
                <a:cs typeface="Sora Medium"/>
                <a:sym typeface="Sora Medium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Medium"/>
              <a:buChar char="■"/>
              <a:defRPr sz="1000"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768" name="Google Shape;1768;p124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769" name="Google Shape;1769;p124"/>
          <p:cNvSpPr txBox="1"/>
          <p:nvPr>
            <p:ph idx="1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1_1_1_1_1_1_2_1">
    <p:spTree>
      <p:nvGrpSpPr>
        <p:cNvPr id="1770" name="Shape 1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1" name="Google Shape;1771;p125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1772" name="Google Shape;1772;p125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773" name="Google Shape;1773;p125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74" name="Google Shape;1774;p125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75" name="Google Shape;1775;p125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76" name="Google Shape;1776;p125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77" name="Google Shape;1777;p125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778" name="Google Shape;1778;p125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779" name="Google Shape;1779;p125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80" name="Google Shape;1780;p12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81" name="Google Shape;1781;p12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82" name="Google Shape;1782;p125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783" name="Google Shape;1783;p125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784" name="Google Shape;1784;p125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85" name="Google Shape;1785;p125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86" name="Google Shape;1786;p125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87" name="Google Shape;1787;p125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788" name="Google Shape;1788;p125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789" name="Google Shape;1789;p125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90" name="Google Shape;1790;p125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791" name="Google Shape;1791;p125"/>
          <p:cNvSpPr txBox="1"/>
          <p:nvPr>
            <p:ph idx="2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792" name="Google Shape;1792;p125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793" name="Google Shape;1793;p125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sp>
        <p:nvSpPr>
          <p:cNvPr id="1794" name="Google Shape;1794;p125"/>
          <p:cNvSpPr txBox="1"/>
          <p:nvPr>
            <p:ph idx="3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1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eps">
  <p:cSld name="BLANK_1_1_1_1_1_1_1_1_1_1_2_1_1"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6" name="Google Shape;1796;p126"/>
          <p:cNvGrpSpPr/>
          <p:nvPr/>
        </p:nvGrpSpPr>
        <p:grpSpPr>
          <a:xfrm flipH="1">
            <a:off x="3199575" y="156175"/>
            <a:ext cx="1851000" cy="1225325"/>
            <a:chOff x="461225" y="3875100"/>
            <a:chExt cx="1851000" cy="1225325"/>
          </a:xfrm>
        </p:grpSpPr>
        <p:grpSp>
          <p:nvGrpSpPr>
            <p:cNvPr id="1797" name="Google Shape;1797;p126"/>
            <p:cNvGrpSpPr/>
            <p:nvPr/>
          </p:nvGrpSpPr>
          <p:grpSpPr>
            <a:xfrm>
              <a:off x="461225" y="3875100"/>
              <a:ext cx="1851000" cy="114600"/>
              <a:chOff x="461225" y="3504775"/>
              <a:chExt cx="1851000" cy="114600"/>
            </a:xfrm>
          </p:grpSpPr>
          <p:sp>
            <p:nvSpPr>
              <p:cNvPr id="1798" name="Google Shape;1798;p126"/>
              <p:cNvSpPr/>
              <p:nvPr/>
            </p:nvSpPr>
            <p:spPr>
              <a:xfrm>
                <a:off x="4612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799" name="Google Shape;1799;p126"/>
              <p:cNvSpPr/>
              <p:nvPr/>
            </p:nvSpPr>
            <p:spPr>
              <a:xfrm>
                <a:off x="8314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00" name="Google Shape;1800;p126"/>
              <p:cNvSpPr/>
              <p:nvPr/>
            </p:nvSpPr>
            <p:spPr>
              <a:xfrm>
                <a:off x="12016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01" name="Google Shape;1801;p126"/>
              <p:cNvSpPr/>
              <p:nvPr/>
            </p:nvSpPr>
            <p:spPr>
              <a:xfrm>
                <a:off x="15718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02" name="Google Shape;1802;p126"/>
              <p:cNvSpPr/>
              <p:nvPr/>
            </p:nvSpPr>
            <p:spPr>
              <a:xfrm>
                <a:off x="1942025" y="3504775"/>
                <a:ext cx="370200" cy="1146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03" name="Google Shape;1803;p126"/>
            <p:cNvGrpSpPr/>
            <p:nvPr/>
          </p:nvGrpSpPr>
          <p:grpSpPr>
            <a:xfrm>
              <a:off x="461225" y="3989700"/>
              <a:ext cx="1480800" cy="1110725"/>
              <a:chOff x="461225" y="3249175"/>
              <a:chExt cx="1480800" cy="1110725"/>
            </a:xfrm>
          </p:grpSpPr>
          <p:sp>
            <p:nvSpPr>
              <p:cNvPr id="1804" name="Google Shape;1804;p126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05" name="Google Shape;1805;p1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06" name="Google Shape;1806;p12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07" name="Google Shape;1807;p126"/>
              <p:cNvSpPr/>
              <p:nvPr/>
            </p:nvSpPr>
            <p:spPr>
              <a:xfrm>
                <a:off x="1201625" y="39897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1808" name="Google Shape;1808;p126"/>
            <p:cNvGrpSpPr/>
            <p:nvPr/>
          </p:nvGrpSpPr>
          <p:grpSpPr>
            <a:xfrm>
              <a:off x="831425" y="4360025"/>
              <a:ext cx="1480800" cy="370200"/>
              <a:chOff x="831425" y="3249175"/>
              <a:chExt cx="1480800" cy="370200"/>
            </a:xfrm>
          </p:grpSpPr>
          <p:sp>
            <p:nvSpPr>
              <p:cNvPr id="1809" name="Google Shape;1809;p126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10" name="Google Shape;1810;p126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11" name="Google Shape;1811;p126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1812" name="Google Shape;1812;p126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1813" name="Google Shape;1813;p126"/>
          <p:cNvSpPr/>
          <p:nvPr/>
        </p:nvSpPr>
        <p:spPr>
          <a:xfrm>
            <a:off x="5023375" y="3994875"/>
            <a:ext cx="3941541" cy="1148616"/>
          </a:xfrm>
          <a:custGeom>
            <a:rect b="b" l="l" r="r" t="t"/>
            <a:pathLst>
              <a:path extrusionOk="0" h="47273" w="109754">
                <a:moveTo>
                  <a:pt x="93188" y="0"/>
                </a:moveTo>
                <a:lnTo>
                  <a:pt x="91918" y="29"/>
                </a:lnTo>
                <a:lnTo>
                  <a:pt x="90619" y="87"/>
                </a:lnTo>
                <a:lnTo>
                  <a:pt x="89292" y="144"/>
                </a:lnTo>
                <a:lnTo>
                  <a:pt x="87906" y="260"/>
                </a:lnTo>
                <a:lnTo>
                  <a:pt x="86521" y="404"/>
                </a:lnTo>
                <a:lnTo>
                  <a:pt x="85107" y="606"/>
                </a:lnTo>
                <a:lnTo>
                  <a:pt x="83664" y="808"/>
                </a:lnTo>
                <a:lnTo>
                  <a:pt x="82163" y="1039"/>
                </a:lnTo>
                <a:lnTo>
                  <a:pt x="80663" y="1328"/>
                </a:lnTo>
                <a:lnTo>
                  <a:pt x="79162" y="1616"/>
                </a:lnTo>
                <a:lnTo>
                  <a:pt x="77604" y="1963"/>
                </a:lnTo>
                <a:lnTo>
                  <a:pt x="76045" y="2309"/>
                </a:lnTo>
                <a:lnTo>
                  <a:pt x="74458" y="2713"/>
                </a:lnTo>
                <a:lnTo>
                  <a:pt x="72842" y="3146"/>
                </a:lnTo>
                <a:lnTo>
                  <a:pt x="71226" y="3579"/>
                </a:lnTo>
                <a:lnTo>
                  <a:pt x="69581" y="4069"/>
                </a:lnTo>
                <a:lnTo>
                  <a:pt x="67907" y="4560"/>
                </a:lnTo>
                <a:lnTo>
                  <a:pt x="66233" y="5108"/>
                </a:lnTo>
                <a:lnTo>
                  <a:pt x="64559" y="5657"/>
                </a:lnTo>
                <a:lnTo>
                  <a:pt x="62856" y="6263"/>
                </a:lnTo>
                <a:lnTo>
                  <a:pt x="61154" y="6869"/>
                </a:lnTo>
                <a:lnTo>
                  <a:pt x="59422" y="7504"/>
                </a:lnTo>
                <a:lnTo>
                  <a:pt x="57690" y="8167"/>
                </a:lnTo>
                <a:lnTo>
                  <a:pt x="55959" y="8860"/>
                </a:lnTo>
                <a:lnTo>
                  <a:pt x="54227" y="9582"/>
                </a:lnTo>
                <a:lnTo>
                  <a:pt x="52467" y="10332"/>
                </a:lnTo>
                <a:lnTo>
                  <a:pt x="50735" y="11082"/>
                </a:lnTo>
                <a:lnTo>
                  <a:pt x="48975" y="11890"/>
                </a:lnTo>
                <a:lnTo>
                  <a:pt x="47214" y="12698"/>
                </a:lnTo>
                <a:lnTo>
                  <a:pt x="45454" y="13535"/>
                </a:lnTo>
                <a:lnTo>
                  <a:pt x="43694" y="14401"/>
                </a:lnTo>
                <a:lnTo>
                  <a:pt x="41933" y="15296"/>
                </a:lnTo>
                <a:lnTo>
                  <a:pt x="40230" y="16190"/>
                </a:lnTo>
                <a:lnTo>
                  <a:pt x="38528" y="17085"/>
                </a:lnTo>
                <a:lnTo>
                  <a:pt x="36825" y="18009"/>
                </a:lnTo>
                <a:lnTo>
                  <a:pt x="35122" y="18961"/>
                </a:lnTo>
                <a:lnTo>
                  <a:pt x="33477" y="19913"/>
                </a:lnTo>
                <a:lnTo>
                  <a:pt x="31832" y="20895"/>
                </a:lnTo>
                <a:lnTo>
                  <a:pt x="30187" y="21876"/>
                </a:lnTo>
                <a:lnTo>
                  <a:pt x="28600" y="22857"/>
                </a:lnTo>
                <a:lnTo>
                  <a:pt x="27013" y="23867"/>
                </a:lnTo>
                <a:lnTo>
                  <a:pt x="25454" y="24877"/>
                </a:lnTo>
                <a:lnTo>
                  <a:pt x="23925" y="25887"/>
                </a:lnTo>
                <a:lnTo>
                  <a:pt x="22395" y="26926"/>
                </a:lnTo>
                <a:lnTo>
                  <a:pt x="20923" y="27965"/>
                </a:lnTo>
                <a:lnTo>
                  <a:pt x="19480" y="29004"/>
                </a:lnTo>
                <a:lnTo>
                  <a:pt x="18037" y="30072"/>
                </a:lnTo>
                <a:lnTo>
                  <a:pt x="16652" y="31111"/>
                </a:lnTo>
                <a:lnTo>
                  <a:pt x="15354" y="32150"/>
                </a:lnTo>
                <a:lnTo>
                  <a:pt x="14084" y="33160"/>
                </a:lnTo>
                <a:lnTo>
                  <a:pt x="12843" y="34199"/>
                </a:lnTo>
                <a:lnTo>
                  <a:pt x="11631" y="35209"/>
                </a:lnTo>
                <a:lnTo>
                  <a:pt x="10447" y="36248"/>
                </a:lnTo>
                <a:lnTo>
                  <a:pt x="9293" y="37258"/>
                </a:lnTo>
                <a:lnTo>
                  <a:pt x="8196" y="38297"/>
                </a:lnTo>
                <a:lnTo>
                  <a:pt x="7129" y="39307"/>
                </a:lnTo>
                <a:lnTo>
                  <a:pt x="6090" y="40317"/>
                </a:lnTo>
                <a:lnTo>
                  <a:pt x="5108" y="41327"/>
                </a:lnTo>
                <a:lnTo>
                  <a:pt x="4156" y="42337"/>
                </a:lnTo>
                <a:lnTo>
                  <a:pt x="3233" y="43347"/>
                </a:lnTo>
                <a:lnTo>
                  <a:pt x="2367" y="44357"/>
                </a:lnTo>
                <a:lnTo>
                  <a:pt x="1530" y="45339"/>
                </a:lnTo>
                <a:lnTo>
                  <a:pt x="751" y="46320"/>
                </a:lnTo>
                <a:lnTo>
                  <a:pt x="0" y="47272"/>
                </a:lnTo>
                <a:lnTo>
                  <a:pt x="76016" y="47272"/>
                </a:lnTo>
                <a:lnTo>
                  <a:pt x="78152" y="45916"/>
                </a:lnTo>
                <a:lnTo>
                  <a:pt x="80230" y="44531"/>
                </a:lnTo>
                <a:lnTo>
                  <a:pt x="82250" y="43145"/>
                </a:lnTo>
                <a:lnTo>
                  <a:pt x="84241" y="41731"/>
                </a:lnTo>
                <a:lnTo>
                  <a:pt x="86146" y="40317"/>
                </a:lnTo>
                <a:lnTo>
                  <a:pt x="88022" y="38903"/>
                </a:lnTo>
                <a:lnTo>
                  <a:pt x="89840" y="37460"/>
                </a:lnTo>
                <a:lnTo>
                  <a:pt x="91572" y="36046"/>
                </a:lnTo>
                <a:lnTo>
                  <a:pt x="93245" y="34603"/>
                </a:lnTo>
                <a:lnTo>
                  <a:pt x="94862" y="33160"/>
                </a:lnTo>
                <a:lnTo>
                  <a:pt x="96420" y="31717"/>
                </a:lnTo>
                <a:lnTo>
                  <a:pt x="97892" y="30303"/>
                </a:lnTo>
                <a:lnTo>
                  <a:pt x="99277" y="28860"/>
                </a:lnTo>
                <a:lnTo>
                  <a:pt x="100605" y="27446"/>
                </a:lnTo>
                <a:lnTo>
                  <a:pt x="101846" y="26060"/>
                </a:lnTo>
                <a:lnTo>
                  <a:pt x="103000" y="24646"/>
                </a:lnTo>
                <a:lnTo>
                  <a:pt x="104068" y="23290"/>
                </a:lnTo>
                <a:lnTo>
                  <a:pt x="105049" y="21934"/>
                </a:lnTo>
                <a:lnTo>
                  <a:pt x="105944" y="20606"/>
                </a:lnTo>
                <a:lnTo>
                  <a:pt x="106752" y="19307"/>
                </a:lnTo>
                <a:lnTo>
                  <a:pt x="107444" y="18037"/>
                </a:lnTo>
                <a:lnTo>
                  <a:pt x="107791" y="17431"/>
                </a:lnTo>
                <a:lnTo>
                  <a:pt x="108079" y="16796"/>
                </a:lnTo>
                <a:lnTo>
                  <a:pt x="108339" y="16190"/>
                </a:lnTo>
                <a:lnTo>
                  <a:pt x="108599" y="15584"/>
                </a:lnTo>
                <a:lnTo>
                  <a:pt x="108830" y="15007"/>
                </a:lnTo>
                <a:lnTo>
                  <a:pt x="109032" y="14401"/>
                </a:lnTo>
                <a:lnTo>
                  <a:pt x="109205" y="13824"/>
                </a:lnTo>
                <a:lnTo>
                  <a:pt x="109349" y="13218"/>
                </a:lnTo>
                <a:lnTo>
                  <a:pt x="109493" y="12670"/>
                </a:lnTo>
                <a:lnTo>
                  <a:pt x="109609" y="12092"/>
                </a:lnTo>
                <a:lnTo>
                  <a:pt x="109667" y="11544"/>
                </a:lnTo>
                <a:lnTo>
                  <a:pt x="109724" y="10996"/>
                </a:lnTo>
                <a:lnTo>
                  <a:pt x="109753" y="10447"/>
                </a:lnTo>
                <a:lnTo>
                  <a:pt x="109753" y="9928"/>
                </a:lnTo>
                <a:lnTo>
                  <a:pt x="109753" y="9437"/>
                </a:lnTo>
                <a:lnTo>
                  <a:pt x="109695" y="8918"/>
                </a:lnTo>
                <a:lnTo>
                  <a:pt x="109609" y="8427"/>
                </a:lnTo>
                <a:lnTo>
                  <a:pt x="109522" y="7965"/>
                </a:lnTo>
                <a:lnTo>
                  <a:pt x="109378" y="7504"/>
                </a:lnTo>
                <a:lnTo>
                  <a:pt x="109234" y="7042"/>
                </a:lnTo>
                <a:lnTo>
                  <a:pt x="109060" y="6609"/>
                </a:lnTo>
                <a:lnTo>
                  <a:pt x="108858" y="6176"/>
                </a:lnTo>
                <a:lnTo>
                  <a:pt x="108656" y="5801"/>
                </a:lnTo>
                <a:lnTo>
                  <a:pt x="108426" y="5426"/>
                </a:lnTo>
                <a:lnTo>
                  <a:pt x="108195" y="5079"/>
                </a:lnTo>
                <a:lnTo>
                  <a:pt x="107935" y="4733"/>
                </a:lnTo>
                <a:lnTo>
                  <a:pt x="107646" y="4416"/>
                </a:lnTo>
                <a:lnTo>
                  <a:pt x="107358" y="4098"/>
                </a:lnTo>
                <a:lnTo>
                  <a:pt x="107011" y="3810"/>
                </a:lnTo>
                <a:lnTo>
                  <a:pt x="106694" y="3492"/>
                </a:lnTo>
                <a:lnTo>
                  <a:pt x="106319" y="3232"/>
                </a:lnTo>
                <a:lnTo>
                  <a:pt x="105944" y="2944"/>
                </a:lnTo>
                <a:lnTo>
                  <a:pt x="105568" y="2684"/>
                </a:lnTo>
                <a:lnTo>
                  <a:pt x="105164" y="2453"/>
                </a:lnTo>
                <a:lnTo>
                  <a:pt x="104732" y="2222"/>
                </a:lnTo>
                <a:lnTo>
                  <a:pt x="104270" y="1991"/>
                </a:lnTo>
                <a:lnTo>
                  <a:pt x="103808" y="1789"/>
                </a:lnTo>
                <a:lnTo>
                  <a:pt x="103317" y="1587"/>
                </a:lnTo>
                <a:lnTo>
                  <a:pt x="102307" y="1212"/>
                </a:lnTo>
                <a:lnTo>
                  <a:pt x="101211" y="895"/>
                </a:lnTo>
                <a:lnTo>
                  <a:pt x="100027" y="635"/>
                </a:lnTo>
                <a:lnTo>
                  <a:pt x="98815" y="404"/>
                </a:lnTo>
                <a:lnTo>
                  <a:pt x="97517" y="231"/>
                </a:lnTo>
                <a:lnTo>
                  <a:pt x="96131" y="116"/>
                </a:lnTo>
                <a:lnTo>
                  <a:pt x="94688" y="29"/>
                </a:lnTo>
                <a:lnTo>
                  <a:pt x="93188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14" name="Google Shape;1814;p126"/>
          <p:cNvSpPr/>
          <p:nvPr/>
        </p:nvSpPr>
        <p:spPr>
          <a:xfrm rot="5400000">
            <a:off x="6364434" y="2363929"/>
            <a:ext cx="912991" cy="4646142"/>
          </a:xfrm>
          <a:custGeom>
            <a:rect b="b" l="l" r="r" t="t"/>
            <a:pathLst>
              <a:path extrusionOk="0" fill="none" h="93762" w="39886">
                <a:moveTo>
                  <a:pt x="39886" y="0"/>
                </a:moveTo>
                <a:lnTo>
                  <a:pt x="7330" y="0"/>
                </a:lnTo>
                <a:lnTo>
                  <a:pt x="7330" y="0"/>
                </a:lnTo>
                <a:lnTo>
                  <a:pt x="6362" y="3051"/>
                </a:lnTo>
                <a:lnTo>
                  <a:pt x="5470" y="6176"/>
                </a:lnTo>
                <a:lnTo>
                  <a:pt x="4614" y="9413"/>
                </a:lnTo>
                <a:lnTo>
                  <a:pt x="3832" y="12725"/>
                </a:lnTo>
                <a:lnTo>
                  <a:pt x="3088" y="16148"/>
                </a:lnTo>
                <a:lnTo>
                  <a:pt x="2456" y="19608"/>
                </a:lnTo>
                <a:lnTo>
                  <a:pt x="1860" y="23143"/>
                </a:lnTo>
                <a:lnTo>
                  <a:pt x="1340" y="26715"/>
                </a:lnTo>
                <a:lnTo>
                  <a:pt x="1340" y="26715"/>
                </a:lnTo>
                <a:lnTo>
                  <a:pt x="930" y="29989"/>
                </a:lnTo>
                <a:lnTo>
                  <a:pt x="633" y="33263"/>
                </a:lnTo>
                <a:lnTo>
                  <a:pt x="372" y="36463"/>
                </a:lnTo>
                <a:lnTo>
                  <a:pt x="186" y="39625"/>
                </a:lnTo>
                <a:lnTo>
                  <a:pt x="37" y="42714"/>
                </a:lnTo>
                <a:lnTo>
                  <a:pt x="0" y="45802"/>
                </a:lnTo>
                <a:lnTo>
                  <a:pt x="0" y="48778"/>
                </a:lnTo>
                <a:lnTo>
                  <a:pt x="112" y="51755"/>
                </a:lnTo>
                <a:lnTo>
                  <a:pt x="223" y="54620"/>
                </a:lnTo>
                <a:lnTo>
                  <a:pt x="447" y="57448"/>
                </a:lnTo>
                <a:lnTo>
                  <a:pt x="707" y="60201"/>
                </a:lnTo>
                <a:lnTo>
                  <a:pt x="1042" y="62843"/>
                </a:lnTo>
                <a:lnTo>
                  <a:pt x="1414" y="65447"/>
                </a:lnTo>
                <a:lnTo>
                  <a:pt x="1860" y="67940"/>
                </a:lnTo>
                <a:lnTo>
                  <a:pt x="2381" y="70358"/>
                </a:lnTo>
                <a:lnTo>
                  <a:pt x="2939" y="72665"/>
                </a:lnTo>
                <a:lnTo>
                  <a:pt x="3535" y="74898"/>
                </a:lnTo>
                <a:lnTo>
                  <a:pt x="4204" y="77018"/>
                </a:lnTo>
                <a:lnTo>
                  <a:pt x="4949" y="79028"/>
                </a:lnTo>
                <a:lnTo>
                  <a:pt x="5321" y="79995"/>
                </a:lnTo>
                <a:lnTo>
                  <a:pt x="5693" y="80925"/>
                </a:lnTo>
                <a:lnTo>
                  <a:pt x="6102" y="81855"/>
                </a:lnTo>
                <a:lnTo>
                  <a:pt x="6549" y="82748"/>
                </a:lnTo>
                <a:lnTo>
                  <a:pt x="6958" y="83567"/>
                </a:lnTo>
                <a:lnTo>
                  <a:pt x="7404" y="84385"/>
                </a:lnTo>
                <a:lnTo>
                  <a:pt x="7851" y="85204"/>
                </a:lnTo>
                <a:lnTo>
                  <a:pt x="8334" y="85948"/>
                </a:lnTo>
                <a:lnTo>
                  <a:pt x="8818" y="86692"/>
                </a:lnTo>
                <a:lnTo>
                  <a:pt x="9302" y="87362"/>
                </a:lnTo>
                <a:lnTo>
                  <a:pt x="9786" y="88032"/>
                </a:lnTo>
                <a:lnTo>
                  <a:pt x="10306" y="88664"/>
                </a:lnTo>
                <a:lnTo>
                  <a:pt x="10827" y="89259"/>
                </a:lnTo>
                <a:lnTo>
                  <a:pt x="11385" y="89818"/>
                </a:lnTo>
                <a:lnTo>
                  <a:pt x="11906" y="90338"/>
                </a:lnTo>
                <a:lnTo>
                  <a:pt x="12464" y="90822"/>
                </a:lnTo>
                <a:lnTo>
                  <a:pt x="13060" y="91306"/>
                </a:lnTo>
                <a:lnTo>
                  <a:pt x="13618" y="91715"/>
                </a:lnTo>
                <a:lnTo>
                  <a:pt x="14213" y="92087"/>
                </a:lnTo>
                <a:lnTo>
                  <a:pt x="14808" y="92422"/>
                </a:lnTo>
                <a:lnTo>
                  <a:pt x="15404" y="92757"/>
                </a:lnTo>
                <a:lnTo>
                  <a:pt x="16036" y="93017"/>
                </a:lnTo>
                <a:lnTo>
                  <a:pt x="16669" y="93241"/>
                </a:lnTo>
                <a:lnTo>
                  <a:pt x="17301" y="93427"/>
                </a:lnTo>
                <a:lnTo>
                  <a:pt x="17971" y="93575"/>
                </a:lnTo>
                <a:lnTo>
                  <a:pt x="18604" y="93687"/>
                </a:lnTo>
                <a:lnTo>
                  <a:pt x="18604" y="93687"/>
                </a:lnTo>
                <a:lnTo>
                  <a:pt x="19311" y="93762"/>
                </a:lnTo>
                <a:lnTo>
                  <a:pt x="20017" y="93762"/>
                </a:lnTo>
                <a:lnTo>
                  <a:pt x="20017" y="93762"/>
                </a:lnTo>
                <a:lnTo>
                  <a:pt x="20650" y="93762"/>
                </a:lnTo>
                <a:lnTo>
                  <a:pt x="21320" y="93687"/>
                </a:lnTo>
                <a:lnTo>
                  <a:pt x="21952" y="93613"/>
                </a:lnTo>
                <a:lnTo>
                  <a:pt x="22622" y="93464"/>
                </a:lnTo>
                <a:lnTo>
                  <a:pt x="23254" y="93315"/>
                </a:lnTo>
                <a:lnTo>
                  <a:pt x="23924" y="93092"/>
                </a:lnTo>
                <a:lnTo>
                  <a:pt x="24557" y="92831"/>
                </a:lnTo>
                <a:lnTo>
                  <a:pt x="25189" y="92571"/>
                </a:lnTo>
                <a:lnTo>
                  <a:pt x="25859" y="92236"/>
                </a:lnTo>
                <a:lnTo>
                  <a:pt x="26491" y="91901"/>
                </a:lnTo>
                <a:lnTo>
                  <a:pt x="27124" y="91529"/>
                </a:lnTo>
                <a:lnTo>
                  <a:pt x="27794" y="91083"/>
                </a:lnTo>
                <a:lnTo>
                  <a:pt x="28426" y="90636"/>
                </a:lnTo>
                <a:lnTo>
                  <a:pt x="29059" y="90152"/>
                </a:lnTo>
                <a:lnTo>
                  <a:pt x="29691" y="89632"/>
                </a:lnTo>
                <a:lnTo>
                  <a:pt x="30324" y="89073"/>
                </a:lnTo>
                <a:lnTo>
                  <a:pt x="30956" y="88515"/>
                </a:lnTo>
                <a:lnTo>
                  <a:pt x="31589" y="87883"/>
                </a:lnTo>
                <a:lnTo>
                  <a:pt x="32221" y="87250"/>
                </a:lnTo>
                <a:lnTo>
                  <a:pt x="32817" y="86581"/>
                </a:lnTo>
                <a:lnTo>
                  <a:pt x="33449" y="85874"/>
                </a:lnTo>
                <a:lnTo>
                  <a:pt x="34045" y="85129"/>
                </a:lnTo>
                <a:lnTo>
                  <a:pt x="35272" y="83567"/>
                </a:lnTo>
                <a:lnTo>
                  <a:pt x="36463" y="81892"/>
                </a:lnTo>
                <a:lnTo>
                  <a:pt x="37616" y="80107"/>
                </a:lnTo>
                <a:lnTo>
                  <a:pt x="38770" y="78209"/>
                </a:lnTo>
                <a:lnTo>
                  <a:pt x="39886" y="76200"/>
                </a:lnTo>
                <a:lnTo>
                  <a:pt x="39886" y="0"/>
                </a:lnTo>
                <a:lnTo>
                  <a:pt x="39886" y="0"/>
                </a:lnTo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15" name="Google Shape;1815;p126"/>
          <p:cNvSpPr/>
          <p:nvPr/>
        </p:nvSpPr>
        <p:spPr>
          <a:xfrm>
            <a:off x="1643225" y="-725"/>
            <a:ext cx="5761425" cy="711800"/>
          </a:xfrm>
          <a:custGeom>
            <a:rect b="b" l="l" r="r" t="t"/>
            <a:pathLst>
              <a:path extrusionOk="0" h="28472" w="230457">
                <a:moveTo>
                  <a:pt x="0" y="0"/>
                </a:moveTo>
                <a:lnTo>
                  <a:pt x="230457" y="28472"/>
                </a:lnTo>
                <a:lnTo>
                  <a:pt x="220381" y="2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816" name="Google Shape;1816;p126"/>
          <p:cNvSpPr/>
          <p:nvPr/>
        </p:nvSpPr>
        <p:spPr>
          <a:xfrm>
            <a:off x="7140700" y="-1350"/>
            <a:ext cx="2003375" cy="714225"/>
          </a:xfrm>
          <a:custGeom>
            <a:rect b="b" l="l" r="r" t="t"/>
            <a:pathLst>
              <a:path extrusionOk="0" h="28569" w="80135">
                <a:moveTo>
                  <a:pt x="10558" y="28569"/>
                </a:moveTo>
                <a:lnTo>
                  <a:pt x="67491" y="18220"/>
                </a:lnTo>
                <a:lnTo>
                  <a:pt x="80135" y="0"/>
                </a:lnTo>
                <a:lnTo>
                  <a:pt x="0" y="45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11000">
                <a:schemeClr val="accent1"/>
              </a:gs>
              <a:gs pos="26000">
                <a:schemeClr val="accent3"/>
              </a:gs>
              <a:gs pos="63000">
                <a:schemeClr val="accent4"/>
              </a:gs>
              <a:gs pos="100000">
                <a:schemeClr val="accent4"/>
              </a:gs>
            </a:gsLst>
            <a:lin ang="8100019" scaled="0"/>
          </a:gradFill>
          <a:ln>
            <a:noFill/>
          </a:ln>
          <a:effectLst>
            <a:outerShdw blurRad="314325" rotWithShape="0" algn="bl" dir="5400000" dist="28575">
              <a:schemeClr val="accent4">
                <a:alpha val="24000"/>
              </a:schemeClr>
            </a:outerShdw>
          </a:effectLst>
        </p:spPr>
      </p:sp>
      <p:cxnSp>
        <p:nvCxnSpPr>
          <p:cNvPr id="1817" name="Google Shape;1817;p126"/>
          <p:cNvCxnSpPr/>
          <p:nvPr/>
        </p:nvCxnSpPr>
        <p:spPr>
          <a:xfrm rot="10800000">
            <a:off x="605578" y="17941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8" name="Google Shape;1818;p126"/>
          <p:cNvCxnSpPr/>
          <p:nvPr/>
        </p:nvCxnSpPr>
        <p:spPr>
          <a:xfrm rot="10800000">
            <a:off x="605578" y="27319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9" name="Google Shape;1819;p126"/>
          <p:cNvCxnSpPr/>
          <p:nvPr/>
        </p:nvCxnSpPr>
        <p:spPr>
          <a:xfrm rot="10800000">
            <a:off x="606300" y="3669725"/>
            <a:ext cx="8537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20" name="Google Shape;1820;p126"/>
          <p:cNvSpPr txBox="1"/>
          <p:nvPr>
            <p:ph idx="1" type="body"/>
          </p:nvPr>
        </p:nvSpPr>
        <p:spPr>
          <a:xfrm>
            <a:off x="5788075" y="1906850"/>
            <a:ext cx="3021300" cy="82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821" name="Google Shape;1821;p126"/>
          <p:cNvSpPr txBox="1"/>
          <p:nvPr>
            <p:ph type="title"/>
          </p:nvPr>
        </p:nvSpPr>
        <p:spPr>
          <a:xfrm>
            <a:off x="2134625" y="2853988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822" name="Google Shape;1822;p126"/>
          <p:cNvSpPr txBox="1"/>
          <p:nvPr>
            <p:ph idx="2" type="body"/>
          </p:nvPr>
        </p:nvSpPr>
        <p:spPr>
          <a:xfrm>
            <a:off x="5788075" y="2855650"/>
            <a:ext cx="3021300" cy="814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823" name="Google Shape;1823;p126"/>
          <p:cNvSpPr txBox="1"/>
          <p:nvPr>
            <p:ph idx="3" type="title"/>
          </p:nvPr>
        </p:nvSpPr>
        <p:spPr>
          <a:xfrm>
            <a:off x="525175" y="2853988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824" name="Google Shape;1824;p126"/>
          <p:cNvSpPr txBox="1"/>
          <p:nvPr>
            <p:ph idx="4" type="title"/>
          </p:nvPr>
        </p:nvSpPr>
        <p:spPr>
          <a:xfrm>
            <a:off x="2134625" y="379347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825" name="Google Shape;1825;p126"/>
          <p:cNvSpPr txBox="1"/>
          <p:nvPr>
            <p:ph idx="5" type="body"/>
          </p:nvPr>
        </p:nvSpPr>
        <p:spPr>
          <a:xfrm>
            <a:off x="5788075" y="3793450"/>
            <a:ext cx="3021300" cy="83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826" name="Google Shape;1826;p126"/>
          <p:cNvSpPr txBox="1"/>
          <p:nvPr>
            <p:ph idx="6" type="title"/>
          </p:nvPr>
        </p:nvSpPr>
        <p:spPr>
          <a:xfrm>
            <a:off x="525175" y="379347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827" name="Google Shape;1827;p126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28" name="Google Shape;1828;p126"/>
          <p:cNvSpPr txBox="1"/>
          <p:nvPr>
            <p:ph idx="8" type="title"/>
          </p:nvPr>
        </p:nvSpPr>
        <p:spPr>
          <a:xfrm>
            <a:off x="2134625" y="1914525"/>
            <a:ext cx="15834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829" name="Google Shape;1829;p126"/>
          <p:cNvSpPr txBox="1"/>
          <p:nvPr>
            <p:ph idx="9" type="title"/>
          </p:nvPr>
        </p:nvSpPr>
        <p:spPr>
          <a:xfrm>
            <a:off x="525175" y="1914525"/>
            <a:ext cx="1408800" cy="361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latin typeface="Sora Medium"/>
                <a:ea typeface="Sora Medium"/>
                <a:cs typeface="Sora Medium"/>
                <a:sym typeface="Sora Medium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 Medium"/>
              <a:buNone/>
              <a:defRPr sz="1200">
                <a:solidFill>
                  <a:schemeClr val="lt1"/>
                </a:solidFill>
                <a:latin typeface="Sora Medium"/>
                <a:ea typeface="Sora Medium"/>
                <a:cs typeface="Sora Medium"/>
                <a:sym typeface="Sora Medium"/>
              </a:defRPr>
            </a:lvl9pPr>
          </a:lstStyle>
          <a:p/>
        </p:txBody>
      </p:sp>
      <p:sp>
        <p:nvSpPr>
          <p:cNvPr id="1830" name="Google Shape;1830;p126"/>
          <p:cNvSpPr txBox="1"/>
          <p:nvPr>
            <p:ph idx="13" type="title"/>
          </p:nvPr>
        </p:nvSpPr>
        <p:spPr>
          <a:xfrm>
            <a:off x="115025" y="5027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31" name="Google Shape;1831;p126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317">
          <p15:clr>
            <a:srgbClr val="E46962"/>
          </p15:clr>
        </p15:guide>
      </p15:sldGuideLst>
    </p:ext>
  </p:extLst>
</p:sldLayout>
</file>

<file path=ppt/slideLayouts/slideLayout1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">
    <p:spTree>
      <p:nvGrpSpPr>
        <p:cNvPr id="1832" name="Shape 1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3" name="Google Shape;1833;p127"/>
          <p:cNvGrpSpPr/>
          <p:nvPr/>
        </p:nvGrpSpPr>
        <p:grpSpPr>
          <a:xfrm>
            <a:off x="115026" y="364"/>
            <a:ext cx="5125634" cy="5143564"/>
            <a:chOff x="312900" y="2788524"/>
            <a:chExt cx="2221197" cy="1994480"/>
          </a:xfrm>
        </p:grpSpPr>
        <p:grpSp>
          <p:nvGrpSpPr>
            <p:cNvPr id="1834" name="Google Shape;1834;p127"/>
            <p:cNvGrpSpPr/>
            <p:nvPr/>
          </p:nvGrpSpPr>
          <p:grpSpPr>
            <a:xfrm>
              <a:off x="312900" y="2788524"/>
              <a:ext cx="1851000" cy="1994480"/>
              <a:chOff x="461225" y="3244074"/>
              <a:chExt cx="1851000" cy="1994480"/>
            </a:xfrm>
          </p:grpSpPr>
          <p:grpSp>
            <p:nvGrpSpPr>
              <p:cNvPr id="1835" name="Google Shape;1835;p127"/>
              <p:cNvGrpSpPr/>
              <p:nvPr/>
            </p:nvGrpSpPr>
            <p:grpSpPr>
              <a:xfrm>
                <a:off x="461229" y="3244074"/>
                <a:ext cx="1850992" cy="1994480"/>
                <a:chOff x="461229" y="3244074"/>
                <a:chExt cx="1850992" cy="1994480"/>
              </a:xfrm>
            </p:grpSpPr>
            <p:sp>
              <p:nvSpPr>
                <p:cNvPr id="1836" name="Google Shape;1836;p127"/>
                <p:cNvSpPr/>
                <p:nvPr/>
              </p:nvSpPr>
              <p:spPr>
                <a:xfrm>
                  <a:off x="461229" y="3244074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37" name="Google Shape;1837;p127"/>
                <p:cNvSpPr/>
                <p:nvPr/>
              </p:nvSpPr>
              <p:spPr>
                <a:xfrm>
                  <a:off x="831430" y="5100554"/>
                  <a:ext cx="370200" cy="1380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38" name="Google Shape;1838;p127"/>
                <p:cNvSpPr/>
                <p:nvPr/>
              </p:nvSpPr>
              <p:spPr>
                <a:xfrm>
                  <a:off x="12016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39" name="Google Shape;1839;p127"/>
                <p:cNvSpPr/>
                <p:nvPr/>
              </p:nvSpPr>
              <p:spPr>
                <a:xfrm>
                  <a:off x="1571820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40" name="Google Shape;1840;p127"/>
                <p:cNvSpPr/>
                <p:nvPr/>
              </p:nvSpPr>
              <p:spPr>
                <a:xfrm>
                  <a:off x="1942021" y="3244219"/>
                  <a:ext cx="370200" cy="3753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841" name="Google Shape;1841;p12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842" name="Google Shape;1842;p12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43" name="Google Shape;1843;p12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44" name="Google Shape;1844;p12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45" name="Google Shape;1845;p1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46" name="Google Shape;1846;p12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847" name="Google Shape;1847;p127"/>
              <p:cNvGrpSpPr/>
              <p:nvPr/>
            </p:nvGrpSpPr>
            <p:grpSpPr>
              <a:xfrm>
                <a:off x="461225" y="3989700"/>
                <a:ext cx="1851000" cy="1110726"/>
                <a:chOff x="461225" y="3249175"/>
                <a:chExt cx="1851000" cy="1110726"/>
              </a:xfrm>
            </p:grpSpPr>
            <p:sp>
              <p:nvSpPr>
                <p:cNvPr id="1848" name="Google Shape;1848;p127"/>
                <p:cNvSpPr/>
                <p:nvPr/>
              </p:nvSpPr>
              <p:spPr>
                <a:xfrm>
                  <a:off x="461225" y="3989701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49" name="Google Shape;1849;p12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50" name="Google Shape;1850;p12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51" name="Google Shape;1851;p1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52" name="Google Shape;1852;p12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853" name="Google Shape;1853;p12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854" name="Google Shape;1854;p12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55" name="Google Shape;1855;p12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56" name="Google Shape;1856;p1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57" name="Google Shape;1857;p12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58" name="Google Shape;1858;p127"/>
            <p:cNvSpPr/>
            <p:nvPr/>
          </p:nvSpPr>
          <p:spPr>
            <a:xfrm>
              <a:off x="2163897" y="2788524"/>
              <a:ext cx="370200" cy="3753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grpSp>
        <p:nvGrpSpPr>
          <p:cNvPr id="1859" name="Google Shape;1859;p127"/>
          <p:cNvGrpSpPr/>
          <p:nvPr/>
        </p:nvGrpSpPr>
        <p:grpSpPr>
          <a:xfrm flipH="1" rot="5400000">
            <a:off x="7145338" y="3274875"/>
            <a:ext cx="2221200" cy="1481050"/>
            <a:chOff x="312900" y="2793625"/>
            <a:chExt cx="2221200" cy="1481050"/>
          </a:xfrm>
        </p:grpSpPr>
        <p:grpSp>
          <p:nvGrpSpPr>
            <p:cNvPr id="1860" name="Google Shape;1860;p127"/>
            <p:cNvGrpSpPr/>
            <p:nvPr/>
          </p:nvGrpSpPr>
          <p:grpSpPr>
            <a:xfrm>
              <a:off x="312900" y="2793625"/>
              <a:ext cx="1851000" cy="1481050"/>
              <a:chOff x="461225" y="3249175"/>
              <a:chExt cx="1851000" cy="1481050"/>
            </a:xfrm>
          </p:grpSpPr>
          <p:grpSp>
            <p:nvGrpSpPr>
              <p:cNvPr id="1861" name="Google Shape;1861;p127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862" name="Google Shape;1862;p12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63" name="Google Shape;1863;p12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64" name="Google Shape;1864;p12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65" name="Google Shape;1865;p1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66" name="Google Shape;1866;p12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867" name="Google Shape;1867;p127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868" name="Google Shape;1868;p12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69" name="Google Shape;1869;p12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70" name="Google Shape;1870;p12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71" name="Google Shape;1871;p1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72" name="Google Shape;1872;p12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873" name="Google Shape;1873;p127"/>
              <p:cNvGrpSpPr/>
              <p:nvPr/>
            </p:nvGrpSpPr>
            <p:grpSpPr>
              <a:xfrm>
                <a:off x="461225" y="39897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1874" name="Google Shape;1874;p12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75" name="Google Shape;1875;p12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76" name="Google Shape;1876;p12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77" name="Google Shape;1877;p1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78" name="Google Shape;1878;p12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1879" name="Google Shape;1879;p127"/>
              <p:cNvGrpSpPr/>
              <p:nvPr/>
            </p:nvGrpSpPr>
            <p:grpSpPr>
              <a:xfrm>
                <a:off x="461225" y="4360025"/>
                <a:ext cx="1851000" cy="370200"/>
                <a:chOff x="461225" y="3249175"/>
                <a:chExt cx="1851000" cy="370200"/>
              </a:xfrm>
            </p:grpSpPr>
            <p:sp>
              <p:nvSpPr>
                <p:cNvPr id="1880" name="Google Shape;1880;p127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81" name="Google Shape;1881;p127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82" name="Google Shape;1882;p127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83" name="Google Shape;1883;p127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884" name="Google Shape;1884;p127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1885" name="Google Shape;1885;p127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886" name="Google Shape;1886;p127"/>
          <p:cNvSpPr/>
          <p:nvPr/>
        </p:nvSpPr>
        <p:spPr>
          <a:xfrm>
            <a:off x="6255775" y="3774250"/>
            <a:ext cx="2888225" cy="1369250"/>
          </a:xfrm>
          <a:custGeom>
            <a:rect b="b" l="l" r="r" t="t"/>
            <a:pathLst>
              <a:path extrusionOk="0" h="54770" w="115529">
                <a:moveTo>
                  <a:pt x="115529" y="1"/>
                </a:moveTo>
                <a:lnTo>
                  <a:pt x="112924" y="187"/>
                </a:lnTo>
                <a:lnTo>
                  <a:pt x="110245" y="447"/>
                </a:lnTo>
                <a:lnTo>
                  <a:pt x="107566" y="745"/>
                </a:lnTo>
                <a:lnTo>
                  <a:pt x="104850" y="1080"/>
                </a:lnTo>
                <a:lnTo>
                  <a:pt x="102097" y="1489"/>
                </a:lnTo>
                <a:lnTo>
                  <a:pt x="99344" y="1936"/>
                </a:lnTo>
                <a:lnTo>
                  <a:pt x="96516" y="2419"/>
                </a:lnTo>
                <a:lnTo>
                  <a:pt x="93725" y="2940"/>
                </a:lnTo>
                <a:lnTo>
                  <a:pt x="90860" y="3536"/>
                </a:lnTo>
                <a:lnTo>
                  <a:pt x="88033" y="4131"/>
                </a:lnTo>
                <a:lnTo>
                  <a:pt x="85168" y="4801"/>
                </a:lnTo>
                <a:lnTo>
                  <a:pt x="82266" y="5508"/>
                </a:lnTo>
                <a:lnTo>
                  <a:pt x="79401" y="6252"/>
                </a:lnTo>
                <a:lnTo>
                  <a:pt x="76498" y="7070"/>
                </a:lnTo>
                <a:lnTo>
                  <a:pt x="73596" y="7889"/>
                </a:lnTo>
                <a:lnTo>
                  <a:pt x="70694" y="8782"/>
                </a:lnTo>
                <a:lnTo>
                  <a:pt x="67308" y="9861"/>
                </a:lnTo>
                <a:lnTo>
                  <a:pt x="63960" y="10977"/>
                </a:lnTo>
                <a:lnTo>
                  <a:pt x="60685" y="12130"/>
                </a:lnTo>
                <a:lnTo>
                  <a:pt x="57411" y="13321"/>
                </a:lnTo>
                <a:lnTo>
                  <a:pt x="54211" y="14586"/>
                </a:lnTo>
                <a:lnTo>
                  <a:pt x="51086" y="15851"/>
                </a:lnTo>
                <a:lnTo>
                  <a:pt x="47961" y="17153"/>
                </a:lnTo>
                <a:lnTo>
                  <a:pt x="44947" y="18530"/>
                </a:lnTo>
                <a:lnTo>
                  <a:pt x="41970" y="19907"/>
                </a:lnTo>
                <a:lnTo>
                  <a:pt x="39068" y="21321"/>
                </a:lnTo>
                <a:lnTo>
                  <a:pt x="36203" y="22772"/>
                </a:lnTo>
                <a:lnTo>
                  <a:pt x="33450" y="24223"/>
                </a:lnTo>
                <a:lnTo>
                  <a:pt x="30734" y="25748"/>
                </a:lnTo>
                <a:lnTo>
                  <a:pt x="28129" y="27274"/>
                </a:lnTo>
                <a:lnTo>
                  <a:pt x="25562" y="28836"/>
                </a:lnTo>
                <a:lnTo>
                  <a:pt x="23106" y="30436"/>
                </a:lnTo>
                <a:lnTo>
                  <a:pt x="20799" y="31962"/>
                </a:lnTo>
                <a:lnTo>
                  <a:pt x="18604" y="33524"/>
                </a:lnTo>
                <a:lnTo>
                  <a:pt x="16521" y="35087"/>
                </a:lnTo>
                <a:lnTo>
                  <a:pt x="14549" y="36650"/>
                </a:lnTo>
                <a:lnTo>
                  <a:pt x="12651" y="38213"/>
                </a:lnTo>
                <a:lnTo>
                  <a:pt x="10902" y="39775"/>
                </a:lnTo>
                <a:lnTo>
                  <a:pt x="9265" y="41338"/>
                </a:lnTo>
                <a:lnTo>
                  <a:pt x="7740" y="42863"/>
                </a:lnTo>
                <a:lnTo>
                  <a:pt x="6326" y="44426"/>
                </a:lnTo>
                <a:lnTo>
                  <a:pt x="5061" y="45952"/>
                </a:lnTo>
                <a:lnTo>
                  <a:pt x="4466" y="46696"/>
                </a:lnTo>
                <a:lnTo>
                  <a:pt x="3870" y="47477"/>
                </a:lnTo>
                <a:lnTo>
                  <a:pt x="3349" y="48221"/>
                </a:lnTo>
                <a:lnTo>
                  <a:pt x="2828" y="48965"/>
                </a:lnTo>
                <a:lnTo>
                  <a:pt x="2382" y="49709"/>
                </a:lnTo>
                <a:lnTo>
                  <a:pt x="1936" y="50454"/>
                </a:lnTo>
                <a:lnTo>
                  <a:pt x="1526" y="51198"/>
                </a:lnTo>
                <a:lnTo>
                  <a:pt x="1154" y="51905"/>
                </a:lnTo>
                <a:lnTo>
                  <a:pt x="819" y="52649"/>
                </a:lnTo>
                <a:lnTo>
                  <a:pt x="522" y="53356"/>
                </a:lnTo>
                <a:lnTo>
                  <a:pt x="224" y="54063"/>
                </a:lnTo>
                <a:lnTo>
                  <a:pt x="1" y="54770"/>
                </a:lnTo>
                <a:lnTo>
                  <a:pt x="115529" y="54770"/>
                </a:lnTo>
                <a:lnTo>
                  <a:pt x="115529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7" name="Google Shape;1887;p127"/>
          <p:cNvSpPr/>
          <p:nvPr/>
        </p:nvSpPr>
        <p:spPr>
          <a:xfrm rot="5400000">
            <a:off x="6256650" y="3649999"/>
            <a:ext cx="1392300" cy="3359400"/>
          </a:xfrm>
          <a:prstGeom prst="chord">
            <a:avLst>
              <a:gd fmla="val 5820070" name="adj1"/>
              <a:gd fmla="val 15784537" name="adj2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888" name="Google Shape;1888;p127"/>
          <p:cNvSpPr txBox="1"/>
          <p:nvPr>
            <p:ph idx="1" type="subTitle"/>
          </p:nvPr>
        </p:nvSpPr>
        <p:spPr>
          <a:xfrm>
            <a:off x="4482800" y="3963975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89" name="Google Shape;1889;p127"/>
          <p:cNvSpPr txBox="1"/>
          <p:nvPr>
            <p:ph idx="2" type="subTitle"/>
          </p:nvPr>
        </p:nvSpPr>
        <p:spPr>
          <a:xfrm>
            <a:off x="4482800" y="3731112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890" name="Google Shape;1890;p127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1" name="Google Shape;1891;p127"/>
          <p:cNvSpPr txBox="1"/>
          <p:nvPr>
            <p:ph idx="3" type="title"/>
          </p:nvPr>
        </p:nvSpPr>
        <p:spPr>
          <a:xfrm>
            <a:off x="115025" y="471075"/>
            <a:ext cx="39417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892" name="Google Shape;1892;p127"/>
          <p:cNvSpPr txBox="1"/>
          <p:nvPr>
            <p:ph idx="4" type="subTitle"/>
          </p:nvPr>
        </p:nvSpPr>
        <p:spPr>
          <a:xfrm>
            <a:off x="4482800" y="3428650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3" name="Google Shape;1893;p127"/>
          <p:cNvSpPr txBox="1"/>
          <p:nvPr>
            <p:ph idx="5" type="subTitle"/>
          </p:nvPr>
        </p:nvSpPr>
        <p:spPr>
          <a:xfrm>
            <a:off x="4482800" y="3195787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894" name="Google Shape;1894;p127"/>
          <p:cNvSpPr txBox="1"/>
          <p:nvPr>
            <p:ph idx="6" type="subTitle"/>
          </p:nvPr>
        </p:nvSpPr>
        <p:spPr>
          <a:xfrm>
            <a:off x="4482800" y="2894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5" name="Google Shape;1895;p127"/>
          <p:cNvSpPr txBox="1"/>
          <p:nvPr>
            <p:ph idx="7" type="subTitle"/>
          </p:nvPr>
        </p:nvSpPr>
        <p:spPr>
          <a:xfrm>
            <a:off x="4482800" y="2662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896" name="Google Shape;1896;p127"/>
          <p:cNvSpPr txBox="1"/>
          <p:nvPr>
            <p:ph idx="8" type="subTitle"/>
          </p:nvPr>
        </p:nvSpPr>
        <p:spPr>
          <a:xfrm>
            <a:off x="4482800" y="236186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7" name="Google Shape;1897;p127"/>
          <p:cNvSpPr txBox="1"/>
          <p:nvPr>
            <p:ph idx="9" type="subTitle"/>
          </p:nvPr>
        </p:nvSpPr>
        <p:spPr>
          <a:xfrm>
            <a:off x="4482800" y="212900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898" name="Google Shape;1898;p127"/>
          <p:cNvSpPr txBox="1"/>
          <p:nvPr>
            <p:ph idx="13" type="subTitle"/>
          </p:nvPr>
        </p:nvSpPr>
        <p:spPr>
          <a:xfrm>
            <a:off x="4482800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899" name="Google Shape;1899;p127"/>
          <p:cNvSpPr txBox="1"/>
          <p:nvPr>
            <p:ph idx="14" type="subTitle"/>
          </p:nvPr>
        </p:nvSpPr>
        <p:spPr>
          <a:xfrm>
            <a:off x="4482800" y="1596375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00" name="Google Shape;1900;p127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"/>
              <a:buNone/>
              <a:defRPr sz="10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01" name="Google Shape;1901;p127"/>
          <p:cNvSpPr txBox="1"/>
          <p:nvPr>
            <p:ph idx="16" type="subTitle"/>
          </p:nvPr>
        </p:nvSpPr>
        <p:spPr>
          <a:xfrm>
            <a:off x="4482800" y="1063750"/>
            <a:ext cx="1481100" cy="1983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02" name="Google Shape;1902;p127"/>
          <p:cNvSpPr txBox="1"/>
          <p:nvPr>
            <p:ph idx="17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udience Persona Infographic">
  <p:cSld name="BLANK_1_1_1_1_1_1_1_1_1_1_1_1_3">
    <p:bg>
      <p:bgPr>
        <a:solidFill>
          <a:schemeClr val="lt1"/>
        </a:solidFill>
      </p:bgPr>
    </p:bg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p128"/>
          <p:cNvSpPr/>
          <p:nvPr/>
        </p:nvSpPr>
        <p:spPr>
          <a:xfrm>
            <a:off x="6702700" y="2532550"/>
            <a:ext cx="2441400" cy="26109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05" name="Google Shape;1905;p128"/>
          <p:cNvSpPr/>
          <p:nvPr>
            <p:ph idx="2" type="pic"/>
          </p:nvPr>
        </p:nvSpPr>
        <p:spPr>
          <a:xfrm>
            <a:off x="6702600" y="-16150"/>
            <a:ext cx="2441400" cy="2574600"/>
          </a:xfrm>
          <a:prstGeom prst="rect">
            <a:avLst/>
          </a:prstGeom>
          <a:noFill/>
          <a:ln>
            <a:noFill/>
          </a:ln>
        </p:spPr>
      </p:sp>
      <p:sp>
        <p:nvSpPr>
          <p:cNvPr id="1906" name="Google Shape;1906;p128"/>
          <p:cNvSpPr txBox="1"/>
          <p:nvPr>
            <p:ph idx="1" type="subTitle"/>
          </p:nvPr>
        </p:nvSpPr>
        <p:spPr>
          <a:xfrm>
            <a:off x="115025" y="1739375"/>
            <a:ext cx="3460800" cy="17766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7" name="Google Shape;1907;p128"/>
          <p:cNvSpPr txBox="1"/>
          <p:nvPr>
            <p:ph idx="3" type="subTitle"/>
          </p:nvPr>
        </p:nvSpPr>
        <p:spPr>
          <a:xfrm>
            <a:off x="115025" y="3869063"/>
            <a:ext cx="3460800" cy="80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8" name="Google Shape;1908;p128"/>
          <p:cNvSpPr txBox="1"/>
          <p:nvPr>
            <p:ph type="title"/>
          </p:nvPr>
        </p:nvSpPr>
        <p:spPr>
          <a:xfrm>
            <a:off x="3656050" y="1739375"/>
            <a:ext cx="2960700" cy="2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09" name="Google Shape;1909;p128"/>
          <p:cNvSpPr txBox="1"/>
          <p:nvPr>
            <p:ph idx="4" type="title"/>
          </p:nvPr>
        </p:nvSpPr>
        <p:spPr>
          <a:xfrm>
            <a:off x="3656050" y="2786778"/>
            <a:ext cx="29607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0" name="Google Shape;1910;p128"/>
          <p:cNvSpPr txBox="1"/>
          <p:nvPr>
            <p:ph idx="5" type="title"/>
          </p:nvPr>
        </p:nvSpPr>
        <p:spPr>
          <a:xfrm>
            <a:off x="3624425" y="4231975"/>
            <a:ext cx="900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1" name="Google Shape;1911;p128"/>
          <p:cNvSpPr txBox="1"/>
          <p:nvPr>
            <p:ph idx="6" type="title"/>
          </p:nvPr>
        </p:nvSpPr>
        <p:spPr>
          <a:xfrm>
            <a:off x="115025" y="1079975"/>
            <a:ext cx="6055500" cy="49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BM Plex Sans Medium"/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9pPr>
          </a:lstStyle>
          <a:p/>
        </p:txBody>
      </p:sp>
      <p:sp>
        <p:nvSpPr>
          <p:cNvPr id="1912" name="Google Shape;1912;p128"/>
          <p:cNvSpPr txBox="1"/>
          <p:nvPr>
            <p:ph idx="7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13" name="Google Shape;1913;p128"/>
          <p:cNvSpPr txBox="1"/>
          <p:nvPr>
            <p:ph idx="8" type="title"/>
          </p:nvPr>
        </p:nvSpPr>
        <p:spPr>
          <a:xfrm>
            <a:off x="115025" y="473240"/>
            <a:ext cx="6055500" cy="57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4" name="Google Shape;1914;p128"/>
          <p:cNvSpPr txBox="1"/>
          <p:nvPr>
            <p:ph idx="9" type="title"/>
          </p:nvPr>
        </p:nvSpPr>
        <p:spPr>
          <a:xfrm>
            <a:off x="115025" y="3631463"/>
            <a:ext cx="3460800" cy="237600"/>
          </a:xfrm>
          <a:prstGeom prst="rect">
            <a:avLst/>
          </a:prstGeom>
        </p:spPr>
        <p:txBody>
          <a:bodyPr anchorCtr="0" anchor="t" bIns="0" lIns="9142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5" name="Google Shape;1915;p128"/>
          <p:cNvSpPr txBox="1"/>
          <p:nvPr>
            <p:ph idx="13" type="subTitle"/>
          </p:nvPr>
        </p:nvSpPr>
        <p:spPr>
          <a:xfrm>
            <a:off x="6751650" y="259910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16" name="Google Shape;1916;p128"/>
          <p:cNvSpPr txBox="1"/>
          <p:nvPr>
            <p:ph idx="14" type="subTitle"/>
          </p:nvPr>
        </p:nvSpPr>
        <p:spPr>
          <a:xfrm>
            <a:off x="6751650" y="291237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17" name="Google Shape;1917;p128"/>
          <p:cNvSpPr txBox="1"/>
          <p:nvPr>
            <p:ph idx="15" type="subTitle"/>
          </p:nvPr>
        </p:nvSpPr>
        <p:spPr>
          <a:xfrm>
            <a:off x="6751650" y="3225655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18" name="Google Shape;1918;p128"/>
          <p:cNvSpPr txBox="1"/>
          <p:nvPr>
            <p:ph idx="16" type="subTitle"/>
          </p:nvPr>
        </p:nvSpPr>
        <p:spPr>
          <a:xfrm>
            <a:off x="6751650" y="3538932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19" name="Google Shape;1919;p128"/>
          <p:cNvSpPr txBox="1"/>
          <p:nvPr>
            <p:ph idx="17" type="subTitle"/>
          </p:nvPr>
        </p:nvSpPr>
        <p:spPr>
          <a:xfrm>
            <a:off x="6751650" y="3852210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20" name="Google Shape;1920;p128"/>
          <p:cNvSpPr txBox="1"/>
          <p:nvPr>
            <p:ph idx="18" type="subTitle"/>
          </p:nvPr>
        </p:nvSpPr>
        <p:spPr>
          <a:xfrm>
            <a:off x="6751650" y="4165488"/>
            <a:ext cx="2266200" cy="27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accent5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100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None/>
              <a:defRPr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921" name="Google Shape;1921;p128"/>
          <p:cNvSpPr txBox="1"/>
          <p:nvPr>
            <p:ph idx="19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922" name="Shape 1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3" name="Google Shape;1923;p129"/>
          <p:cNvSpPr/>
          <p:nvPr/>
        </p:nvSpPr>
        <p:spPr>
          <a:xfrm flipH="1" rot="-8100000">
            <a:off x="4692650" y="965198"/>
            <a:ext cx="4843399" cy="2480248"/>
          </a:xfrm>
          <a:prstGeom prst="flowChartConnector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24" name="Google Shape;1924;p129"/>
          <p:cNvSpPr/>
          <p:nvPr/>
        </p:nvSpPr>
        <p:spPr>
          <a:xfrm flipH="1" rot="10800000">
            <a:off x="4676692" y="3337812"/>
            <a:ext cx="4467295" cy="1685226"/>
          </a:xfrm>
          <a:custGeom>
            <a:rect b="b" l="l" r="r" t="t"/>
            <a:pathLst>
              <a:path extrusionOk="0" h="51371" w="119855">
                <a:moveTo>
                  <a:pt x="32006" y="0"/>
                </a:moveTo>
                <a:lnTo>
                  <a:pt x="30303" y="29"/>
                </a:lnTo>
                <a:lnTo>
                  <a:pt x="28658" y="116"/>
                </a:lnTo>
                <a:lnTo>
                  <a:pt x="27042" y="202"/>
                </a:lnTo>
                <a:lnTo>
                  <a:pt x="25455" y="289"/>
                </a:lnTo>
                <a:lnTo>
                  <a:pt x="23896" y="433"/>
                </a:lnTo>
                <a:lnTo>
                  <a:pt x="22367" y="606"/>
                </a:lnTo>
                <a:lnTo>
                  <a:pt x="20895" y="779"/>
                </a:lnTo>
                <a:lnTo>
                  <a:pt x="19452" y="1010"/>
                </a:lnTo>
                <a:lnTo>
                  <a:pt x="18067" y="1241"/>
                </a:lnTo>
                <a:lnTo>
                  <a:pt x="16710" y="1501"/>
                </a:lnTo>
                <a:lnTo>
                  <a:pt x="15383" y="1761"/>
                </a:lnTo>
                <a:lnTo>
                  <a:pt x="14142" y="2078"/>
                </a:lnTo>
                <a:lnTo>
                  <a:pt x="12930" y="2396"/>
                </a:lnTo>
                <a:lnTo>
                  <a:pt x="11746" y="2771"/>
                </a:lnTo>
                <a:lnTo>
                  <a:pt x="10621" y="3117"/>
                </a:lnTo>
                <a:lnTo>
                  <a:pt x="9524" y="3550"/>
                </a:lnTo>
                <a:lnTo>
                  <a:pt x="8485" y="3983"/>
                </a:lnTo>
                <a:lnTo>
                  <a:pt x="7504" y="4416"/>
                </a:lnTo>
                <a:lnTo>
                  <a:pt x="6581" y="4906"/>
                </a:lnTo>
                <a:lnTo>
                  <a:pt x="5715" y="5397"/>
                </a:lnTo>
                <a:lnTo>
                  <a:pt x="4907" y="5916"/>
                </a:lnTo>
                <a:lnTo>
                  <a:pt x="4156" y="6465"/>
                </a:lnTo>
                <a:lnTo>
                  <a:pt x="3464" y="7013"/>
                </a:lnTo>
                <a:lnTo>
                  <a:pt x="2829" y="7590"/>
                </a:lnTo>
                <a:lnTo>
                  <a:pt x="2281" y="8196"/>
                </a:lnTo>
                <a:lnTo>
                  <a:pt x="1761" y="8802"/>
                </a:lnTo>
                <a:lnTo>
                  <a:pt x="1328" y="9437"/>
                </a:lnTo>
                <a:lnTo>
                  <a:pt x="953" y="10072"/>
                </a:lnTo>
                <a:lnTo>
                  <a:pt x="636" y="10765"/>
                </a:lnTo>
                <a:lnTo>
                  <a:pt x="376" y="11429"/>
                </a:lnTo>
                <a:lnTo>
                  <a:pt x="174" y="12121"/>
                </a:lnTo>
                <a:lnTo>
                  <a:pt x="87" y="12698"/>
                </a:lnTo>
                <a:lnTo>
                  <a:pt x="29" y="13276"/>
                </a:lnTo>
                <a:lnTo>
                  <a:pt x="1" y="13853"/>
                </a:lnTo>
                <a:lnTo>
                  <a:pt x="29" y="14430"/>
                </a:lnTo>
                <a:lnTo>
                  <a:pt x="87" y="15007"/>
                </a:lnTo>
                <a:lnTo>
                  <a:pt x="174" y="15613"/>
                </a:lnTo>
                <a:lnTo>
                  <a:pt x="318" y="16219"/>
                </a:lnTo>
                <a:lnTo>
                  <a:pt x="491" y="16796"/>
                </a:lnTo>
                <a:lnTo>
                  <a:pt x="722" y="17403"/>
                </a:lnTo>
                <a:lnTo>
                  <a:pt x="953" y="18009"/>
                </a:lnTo>
                <a:lnTo>
                  <a:pt x="1242" y="18615"/>
                </a:lnTo>
                <a:lnTo>
                  <a:pt x="1588" y="19221"/>
                </a:lnTo>
                <a:lnTo>
                  <a:pt x="1934" y="19856"/>
                </a:lnTo>
                <a:lnTo>
                  <a:pt x="2338" y="20462"/>
                </a:lnTo>
                <a:lnTo>
                  <a:pt x="2771" y="21068"/>
                </a:lnTo>
                <a:lnTo>
                  <a:pt x="3233" y="21703"/>
                </a:lnTo>
                <a:lnTo>
                  <a:pt x="3752" y="22309"/>
                </a:lnTo>
                <a:lnTo>
                  <a:pt x="4272" y="22944"/>
                </a:lnTo>
                <a:lnTo>
                  <a:pt x="4849" y="23550"/>
                </a:lnTo>
                <a:lnTo>
                  <a:pt x="5455" y="24185"/>
                </a:lnTo>
                <a:lnTo>
                  <a:pt x="6090" y="24791"/>
                </a:lnTo>
                <a:lnTo>
                  <a:pt x="6754" y="25426"/>
                </a:lnTo>
                <a:lnTo>
                  <a:pt x="7446" y="26032"/>
                </a:lnTo>
                <a:lnTo>
                  <a:pt x="8197" y="26638"/>
                </a:lnTo>
                <a:lnTo>
                  <a:pt x="8947" y="27273"/>
                </a:lnTo>
                <a:lnTo>
                  <a:pt x="9726" y="27879"/>
                </a:lnTo>
                <a:lnTo>
                  <a:pt x="10563" y="28485"/>
                </a:lnTo>
                <a:lnTo>
                  <a:pt x="11400" y="29120"/>
                </a:lnTo>
                <a:lnTo>
                  <a:pt x="12295" y="29726"/>
                </a:lnTo>
                <a:lnTo>
                  <a:pt x="13189" y="30332"/>
                </a:lnTo>
                <a:lnTo>
                  <a:pt x="14113" y="30938"/>
                </a:lnTo>
                <a:lnTo>
                  <a:pt x="15094" y="31544"/>
                </a:lnTo>
                <a:lnTo>
                  <a:pt x="17085" y="32727"/>
                </a:lnTo>
                <a:lnTo>
                  <a:pt x="19192" y="33910"/>
                </a:lnTo>
                <a:lnTo>
                  <a:pt x="21414" y="35065"/>
                </a:lnTo>
                <a:lnTo>
                  <a:pt x="23723" y="36219"/>
                </a:lnTo>
                <a:lnTo>
                  <a:pt x="26118" y="37316"/>
                </a:lnTo>
                <a:lnTo>
                  <a:pt x="28629" y="38412"/>
                </a:lnTo>
                <a:lnTo>
                  <a:pt x="31198" y="39480"/>
                </a:lnTo>
                <a:lnTo>
                  <a:pt x="33853" y="40519"/>
                </a:lnTo>
                <a:lnTo>
                  <a:pt x="36595" y="41529"/>
                </a:lnTo>
                <a:lnTo>
                  <a:pt x="39423" y="42510"/>
                </a:lnTo>
                <a:lnTo>
                  <a:pt x="42309" y="43434"/>
                </a:lnTo>
                <a:lnTo>
                  <a:pt x="45281" y="44329"/>
                </a:lnTo>
                <a:lnTo>
                  <a:pt x="48283" y="45194"/>
                </a:lnTo>
                <a:lnTo>
                  <a:pt x="51371" y="46002"/>
                </a:lnTo>
                <a:lnTo>
                  <a:pt x="54516" y="46782"/>
                </a:lnTo>
                <a:lnTo>
                  <a:pt x="57691" y="47503"/>
                </a:lnTo>
                <a:lnTo>
                  <a:pt x="59884" y="47965"/>
                </a:lnTo>
                <a:lnTo>
                  <a:pt x="62049" y="48398"/>
                </a:lnTo>
                <a:lnTo>
                  <a:pt x="64213" y="48802"/>
                </a:lnTo>
                <a:lnTo>
                  <a:pt x="66378" y="49177"/>
                </a:lnTo>
                <a:lnTo>
                  <a:pt x="68542" y="49523"/>
                </a:lnTo>
                <a:lnTo>
                  <a:pt x="70678" y="49841"/>
                </a:lnTo>
                <a:lnTo>
                  <a:pt x="72813" y="50129"/>
                </a:lnTo>
                <a:lnTo>
                  <a:pt x="74949" y="50389"/>
                </a:lnTo>
                <a:lnTo>
                  <a:pt x="77027" y="50620"/>
                </a:lnTo>
                <a:lnTo>
                  <a:pt x="79133" y="50822"/>
                </a:lnTo>
                <a:lnTo>
                  <a:pt x="81183" y="50995"/>
                </a:lnTo>
                <a:lnTo>
                  <a:pt x="83232" y="51111"/>
                </a:lnTo>
                <a:lnTo>
                  <a:pt x="85252" y="51226"/>
                </a:lnTo>
                <a:lnTo>
                  <a:pt x="87272" y="51313"/>
                </a:lnTo>
                <a:lnTo>
                  <a:pt x="89234" y="51370"/>
                </a:lnTo>
                <a:lnTo>
                  <a:pt x="91168" y="51370"/>
                </a:lnTo>
                <a:lnTo>
                  <a:pt x="93534" y="51342"/>
                </a:lnTo>
                <a:lnTo>
                  <a:pt x="95843" y="51284"/>
                </a:lnTo>
                <a:lnTo>
                  <a:pt x="98094" y="51168"/>
                </a:lnTo>
                <a:lnTo>
                  <a:pt x="100259" y="50995"/>
                </a:lnTo>
                <a:lnTo>
                  <a:pt x="102365" y="50764"/>
                </a:lnTo>
                <a:lnTo>
                  <a:pt x="104386" y="50533"/>
                </a:lnTo>
                <a:lnTo>
                  <a:pt x="106319" y="50216"/>
                </a:lnTo>
                <a:lnTo>
                  <a:pt x="108195" y="49870"/>
                </a:lnTo>
                <a:lnTo>
                  <a:pt x="109955" y="49466"/>
                </a:lnTo>
                <a:lnTo>
                  <a:pt x="111658" y="49033"/>
                </a:lnTo>
                <a:lnTo>
                  <a:pt x="113274" y="48571"/>
                </a:lnTo>
                <a:lnTo>
                  <a:pt x="114025" y="48311"/>
                </a:lnTo>
                <a:lnTo>
                  <a:pt x="114775" y="48052"/>
                </a:lnTo>
                <a:lnTo>
                  <a:pt x="115497" y="47763"/>
                </a:lnTo>
                <a:lnTo>
                  <a:pt x="116189" y="47474"/>
                </a:lnTo>
                <a:lnTo>
                  <a:pt x="116882" y="47186"/>
                </a:lnTo>
                <a:lnTo>
                  <a:pt x="117517" y="46868"/>
                </a:lnTo>
                <a:lnTo>
                  <a:pt x="118152" y="46580"/>
                </a:lnTo>
                <a:lnTo>
                  <a:pt x="118729" y="46233"/>
                </a:lnTo>
                <a:lnTo>
                  <a:pt x="119306" y="45916"/>
                </a:lnTo>
                <a:lnTo>
                  <a:pt x="119854" y="45570"/>
                </a:lnTo>
                <a:lnTo>
                  <a:pt x="119854" y="27590"/>
                </a:lnTo>
                <a:lnTo>
                  <a:pt x="118989" y="26724"/>
                </a:lnTo>
                <a:lnTo>
                  <a:pt x="118065" y="25858"/>
                </a:lnTo>
                <a:lnTo>
                  <a:pt x="117084" y="24993"/>
                </a:lnTo>
                <a:lnTo>
                  <a:pt x="116045" y="24127"/>
                </a:lnTo>
                <a:lnTo>
                  <a:pt x="114919" y="23290"/>
                </a:lnTo>
                <a:lnTo>
                  <a:pt x="113765" y="22424"/>
                </a:lnTo>
                <a:lnTo>
                  <a:pt x="112553" y="21558"/>
                </a:lnTo>
                <a:lnTo>
                  <a:pt x="111283" y="20721"/>
                </a:lnTo>
                <a:lnTo>
                  <a:pt x="109927" y="19884"/>
                </a:lnTo>
                <a:lnTo>
                  <a:pt x="108570" y="19048"/>
                </a:lnTo>
                <a:lnTo>
                  <a:pt x="107127" y="18239"/>
                </a:lnTo>
                <a:lnTo>
                  <a:pt x="105627" y="17403"/>
                </a:lnTo>
                <a:lnTo>
                  <a:pt x="104097" y="16594"/>
                </a:lnTo>
                <a:lnTo>
                  <a:pt x="102510" y="15786"/>
                </a:lnTo>
                <a:lnTo>
                  <a:pt x="100894" y="15007"/>
                </a:lnTo>
                <a:lnTo>
                  <a:pt x="99220" y="14228"/>
                </a:lnTo>
                <a:lnTo>
                  <a:pt x="97430" y="13420"/>
                </a:lnTo>
                <a:lnTo>
                  <a:pt x="95612" y="12641"/>
                </a:lnTo>
                <a:lnTo>
                  <a:pt x="93765" y="11890"/>
                </a:lnTo>
                <a:lnTo>
                  <a:pt x="91889" y="11140"/>
                </a:lnTo>
                <a:lnTo>
                  <a:pt x="89985" y="10419"/>
                </a:lnTo>
                <a:lnTo>
                  <a:pt x="88022" y="9726"/>
                </a:lnTo>
                <a:lnTo>
                  <a:pt x="86060" y="9033"/>
                </a:lnTo>
                <a:lnTo>
                  <a:pt x="84040" y="8369"/>
                </a:lnTo>
                <a:lnTo>
                  <a:pt x="82019" y="7735"/>
                </a:lnTo>
                <a:lnTo>
                  <a:pt x="79970" y="7100"/>
                </a:lnTo>
                <a:lnTo>
                  <a:pt x="77893" y="6522"/>
                </a:lnTo>
                <a:lnTo>
                  <a:pt x="75786" y="5945"/>
                </a:lnTo>
                <a:lnTo>
                  <a:pt x="73650" y="5368"/>
                </a:lnTo>
                <a:lnTo>
                  <a:pt x="71515" y="4849"/>
                </a:lnTo>
                <a:lnTo>
                  <a:pt x="69379" y="4329"/>
                </a:lnTo>
                <a:lnTo>
                  <a:pt x="67214" y="3839"/>
                </a:lnTo>
                <a:lnTo>
                  <a:pt x="65021" y="3377"/>
                </a:lnTo>
                <a:lnTo>
                  <a:pt x="62857" y="2944"/>
                </a:lnTo>
                <a:lnTo>
                  <a:pt x="60692" y="2540"/>
                </a:lnTo>
                <a:lnTo>
                  <a:pt x="58528" y="2194"/>
                </a:lnTo>
                <a:lnTo>
                  <a:pt x="56363" y="1847"/>
                </a:lnTo>
                <a:lnTo>
                  <a:pt x="54228" y="1530"/>
                </a:lnTo>
                <a:lnTo>
                  <a:pt x="52092" y="1241"/>
                </a:lnTo>
                <a:lnTo>
                  <a:pt x="49985" y="981"/>
                </a:lnTo>
                <a:lnTo>
                  <a:pt x="47879" y="751"/>
                </a:lnTo>
                <a:lnTo>
                  <a:pt x="45772" y="549"/>
                </a:lnTo>
                <a:lnTo>
                  <a:pt x="43723" y="375"/>
                </a:lnTo>
                <a:lnTo>
                  <a:pt x="41674" y="231"/>
                </a:lnTo>
                <a:lnTo>
                  <a:pt x="39654" y="116"/>
                </a:lnTo>
                <a:lnTo>
                  <a:pt x="37662" y="58"/>
                </a:lnTo>
                <a:lnTo>
                  <a:pt x="35671" y="0"/>
                </a:lnTo>
                <a:close/>
              </a:path>
            </a:pathLst>
          </a:cu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925" name="Google Shape;1925;p129"/>
          <p:cNvSpPr/>
          <p:nvPr>
            <p:ph idx="2" type="pic"/>
          </p:nvPr>
        </p:nvSpPr>
        <p:spPr>
          <a:xfrm>
            <a:off x="5457500" y="0"/>
            <a:ext cx="3686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926" name="Google Shape;1926;p129"/>
          <p:cNvSpPr txBox="1"/>
          <p:nvPr>
            <p:ph idx="1" type="body"/>
          </p:nvPr>
        </p:nvSpPr>
        <p:spPr>
          <a:xfrm>
            <a:off x="115025" y="1743625"/>
            <a:ext cx="20940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927" name="Google Shape;1927;p129"/>
          <p:cNvSpPr txBox="1"/>
          <p:nvPr>
            <p:ph idx="3" type="body"/>
          </p:nvPr>
        </p:nvSpPr>
        <p:spPr>
          <a:xfrm>
            <a:off x="2276600" y="1743625"/>
            <a:ext cx="2904900" cy="28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●"/>
              <a:defRPr sz="1000">
                <a:latin typeface="Sora Light"/>
                <a:ea typeface="Sora Light"/>
                <a:cs typeface="Sora Light"/>
                <a:sym typeface="Sora Light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Sora Light"/>
              <a:buChar char="○"/>
              <a:defRPr sz="1000">
                <a:latin typeface="Sora Light"/>
                <a:ea typeface="Sora Light"/>
                <a:cs typeface="Sora Light"/>
                <a:sym typeface="Sora Light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Sora Light"/>
              <a:buChar char="■"/>
              <a:defRPr sz="1000">
                <a:latin typeface="Sora Light"/>
                <a:ea typeface="Sora Light"/>
                <a:cs typeface="Sora Light"/>
                <a:sym typeface="Sora Light"/>
              </a:defRPr>
            </a:lvl9pPr>
          </a:lstStyle>
          <a:p/>
        </p:txBody>
      </p:sp>
      <p:sp>
        <p:nvSpPr>
          <p:cNvPr id="1928" name="Google Shape;1928;p129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29" name="Google Shape;1929;p129"/>
          <p:cNvSpPr txBox="1"/>
          <p:nvPr>
            <p:ph idx="4" type="title"/>
          </p:nvPr>
        </p:nvSpPr>
        <p:spPr>
          <a:xfrm>
            <a:off x="115025" y="502775"/>
            <a:ext cx="5125500" cy="12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930" name="Google Shape;1930;p129"/>
          <p:cNvSpPr txBox="1"/>
          <p:nvPr>
            <p:ph idx="5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5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900"/>
              <a:buFont typeface="Sora"/>
              <a:buNone/>
              <a:defRPr sz="900">
                <a:solidFill>
                  <a:schemeClr val="accent5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Alt 2">
  <p:cSld name="BLANK_1_1_1_1_1_1_1_1_1_1_1_1_1_1">
    <p:bg>
      <p:bgPr>
        <a:solidFill>
          <a:schemeClr val="lt1"/>
        </a:solidFill>
      </p:bgPr>
    </p:bg>
    <p:spTree>
      <p:nvGrpSpPr>
        <p:cNvPr id="1931" name="Shape 19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2" name="Google Shape;1932;p130"/>
          <p:cNvGrpSpPr/>
          <p:nvPr/>
        </p:nvGrpSpPr>
        <p:grpSpPr>
          <a:xfrm>
            <a:off x="7704171" y="1036593"/>
            <a:ext cx="1439893" cy="3234395"/>
            <a:chOff x="461225" y="3249175"/>
            <a:chExt cx="1110600" cy="2221578"/>
          </a:xfrm>
        </p:grpSpPr>
        <p:grpSp>
          <p:nvGrpSpPr>
            <p:cNvPr id="1933" name="Google Shape;1933;p130"/>
            <p:cNvGrpSpPr/>
            <p:nvPr/>
          </p:nvGrpSpPr>
          <p:grpSpPr>
            <a:xfrm>
              <a:off x="831422" y="3249175"/>
              <a:ext cx="740403" cy="2221578"/>
              <a:chOff x="831422" y="3249175"/>
              <a:chExt cx="740403" cy="2221578"/>
            </a:xfrm>
          </p:grpSpPr>
          <p:sp>
            <p:nvSpPr>
              <p:cNvPr id="1934" name="Google Shape;1934;p130"/>
              <p:cNvSpPr/>
              <p:nvPr/>
            </p:nvSpPr>
            <p:spPr>
              <a:xfrm>
                <a:off x="831422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935" name="Google Shape;1935;p130"/>
              <p:cNvSpPr/>
              <p:nvPr/>
            </p:nvSpPr>
            <p:spPr>
              <a:xfrm>
                <a:off x="1201622" y="510055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936" name="Google Shape;1936;p1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937" name="Google Shape;1937;p130"/>
            <p:cNvGrpSpPr/>
            <p:nvPr/>
          </p:nvGrpSpPr>
          <p:grpSpPr>
            <a:xfrm>
              <a:off x="461225" y="3619500"/>
              <a:ext cx="1110600" cy="370200"/>
              <a:chOff x="461225" y="3249175"/>
              <a:chExt cx="1110600" cy="370200"/>
            </a:xfrm>
          </p:grpSpPr>
          <p:sp>
            <p:nvSpPr>
              <p:cNvPr id="1938" name="Google Shape;1938;p130"/>
              <p:cNvSpPr/>
              <p:nvPr/>
            </p:nvSpPr>
            <p:spPr>
              <a:xfrm>
                <a:off x="4612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939" name="Google Shape;1939;p1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940" name="Google Shape;1940;p1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941" name="Google Shape;1941;p130"/>
            <p:cNvGrpSpPr/>
            <p:nvPr/>
          </p:nvGrpSpPr>
          <p:grpSpPr>
            <a:xfrm>
              <a:off x="461225" y="3989700"/>
              <a:ext cx="1110600" cy="1110726"/>
              <a:chOff x="461225" y="3249175"/>
              <a:chExt cx="1110600" cy="1110726"/>
            </a:xfrm>
          </p:grpSpPr>
          <p:sp>
            <p:nvSpPr>
              <p:cNvPr id="1942" name="Google Shape;1942;p130"/>
              <p:cNvSpPr/>
              <p:nvPr/>
            </p:nvSpPr>
            <p:spPr>
              <a:xfrm>
                <a:off x="461225" y="3989701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943" name="Google Shape;1943;p1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944" name="Google Shape;1944;p130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  <p:grpSp>
          <p:nvGrpSpPr>
            <p:cNvPr id="1945" name="Google Shape;1945;p130"/>
            <p:cNvGrpSpPr/>
            <p:nvPr/>
          </p:nvGrpSpPr>
          <p:grpSpPr>
            <a:xfrm>
              <a:off x="831422" y="4360025"/>
              <a:ext cx="370203" cy="740520"/>
              <a:chOff x="831422" y="3249175"/>
              <a:chExt cx="370203" cy="740520"/>
            </a:xfrm>
          </p:grpSpPr>
          <p:sp>
            <p:nvSpPr>
              <p:cNvPr id="1946" name="Google Shape;1946;p130"/>
              <p:cNvSpPr/>
              <p:nvPr/>
            </p:nvSpPr>
            <p:spPr>
              <a:xfrm>
                <a:off x="831422" y="361949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  <p:sp>
            <p:nvSpPr>
              <p:cNvPr id="1947" name="Google Shape;1947;p130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 ExtraLight"/>
                  <a:ea typeface="Sora ExtraLight"/>
                  <a:cs typeface="Sora ExtraLight"/>
                  <a:sym typeface="Sora ExtraLight"/>
                </a:endParaRPr>
              </a:p>
            </p:txBody>
          </p:sp>
        </p:grpSp>
      </p:grpSp>
      <p:sp>
        <p:nvSpPr>
          <p:cNvPr id="1948" name="Google Shape;1948;p130"/>
          <p:cNvSpPr/>
          <p:nvPr/>
        </p:nvSpPr>
        <p:spPr>
          <a:xfrm>
            <a:off x="7394250" y="-8100"/>
            <a:ext cx="1759750" cy="2691775"/>
          </a:xfrm>
          <a:custGeom>
            <a:rect b="b" l="l" r="r" t="t"/>
            <a:pathLst>
              <a:path extrusionOk="0" h="107671" w="70390">
                <a:moveTo>
                  <a:pt x="0" y="95"/>
                </a:moveTo>
                <a:lnTo>
                  <a:pt x="70390" y="0"/>
                </a:lnTo>
                <a:lnTo>
                  <a:pt x="70200" y="10767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3500032" scaled="0"/>
          </a:gradFill>
          <a:ln>
            <a:noFill/>
          </a:ln>
        </p:spPr>
      </p:sp>
      <p:sp>
        <p:nvSpPr>
          <p:cNvPr id="1949" name="Google Shape;1949;p130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50" name="Google Shape;1950;p130"/>
          <p:cNvSpPr txBox="1"/>
          <p:nvPr>
            <p:ph idx="2" type="title"/>
          </p:nvPr>
        </p:nvSpPr>
        <p:spPr>
          <a:xfrm>
            <a:off x="115025" y="502775"/>
            <a:ext cx="6055500" cy="84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51" name="Google Shape;1951;p130"/>
          <p:cNvSpPr txBox="1"/>
          <p:nvPr>
            <p:ph idx="3" type="title"/>
          </p:nvPr>
        </p:nvSpPr>
        <p:spPr>
          <a:xfrm>
            <a:off x="115025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None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952" name="Google Shape;1952;p130"/>
          <p:cNvSpPr txBox="1"/>
          <p:nvPr>
            <p:ph idx="4" type="title"/>
          </p:nvPr>
        </p:nvSpPr>
        <p:spPr>
          <a:xfrm>
            <a:off x="2634200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953" name="Google Shape;1953;p130"/>
          <p:cNvSpPr txBox="1"/>
          <p:nvPr>
            <p:ph idx="5" type="title"/>
          </p:nvPr>
        </p:nvSpPr>
        <p:spPr>
          <a:xfrm>
            <a:off x="5169188" y="1904100"/>
            <a:ext cx="18345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1954" name="Google Shape;1954;p130"/>
          <p:cNvSpPr txBox="1"/>
          <p:nvPr>
            <p:ph idx="1" type="body"/>
          </p:nvPr>
        </p:nvSpPr>
        <p:spPr>
          <a:xfrm>
            <a:off x="115025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955" name="Google Shape;1955;p130"/>
          <p:cNvSpPr txBox="1"/>
          <p:nvPr>
            <p:ph idx="6" type="body"/>
          </p:nvPr>
        </p:nvSpPr>
        <p:spPr>
          <a:xfrm>
            <a:off x="115025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956" name="Google Shape;1956;p130"/>
          <p:cNvSpPr txBox="1"/>
          <p:nvPr>
            <p:ph idx="7" type="body"/>
          </p:nvPr>
        </p:nvSpPr>
        <p:spPr>
          <a:xfrm>
            <a:off x="2634200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957" name="Google Shape;1957;p130"/>
          <p:cNvSpPr txBox="1"/>
          <p:nvPr>
            <p:ph idx="8" type="body"/>
          </p:nvPr>
        </p:nvSpPr>
        <p:spPr>
          <a:xfrm>
            <a:off x="2634200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958" name="Google Shape;1958;p130"/>
          <p:cNvSpPr txBox="1"/>
          <p:nvPr>
            <p:ph idx="9" type="body"/>
          </p:nvPr>
        </p:nvSpPr>
        <p:spPr>
          <a:xfrm>
            <a:off x="5169188" y="24874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959" name="Google Shape;1959;p130"/>
          <p:cNvSpPr txBox="1"/>
          <p:nvPr>
            <p:ph idx="13" type="body"/>
          </p:nvPr>
        </p:nvSpPr>
        <p:spPr>
          <a:xfrm>
            <a:off x="5169188" y="3395173"/>
            <a:ext cx="1834500" cy="8898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1960" name="Google Shape;1960;p130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>
          <p15:clr>
            <a:srgbClr val="E46962"/>
          </p15:clr>
        </p15:guide>
        <p15:guide id="2" pos="5760">
          <p15:clr>
            <a:srgbClr val="E46962"/>
          </p15:clr>
        </p15:guide>
      </p15:sldGuideLst>
    </p:ext>
  </p:extLst>
</p:sldLayout>
</file>

<file path=ppt/slideLayouts/slideLayout1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Alt 1">
  <p:cSld name="BLANK_1_1_1_1_1_1_1_1_1_1_1_1_1_1_1">
    <p:bg>
      <p:bgPr>
        <a:solidFill>
          <a:schemeClr val="lt1"/>
        </a:solidFill>
      </p:bgPr>
    </p:bg>
    <p:spTree>
      <p:nvGrpSpPr>
        <p:cNvPr id="1961" name="Shape 19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62" name="Google Shape;1962;p131"/>
          <p:cNvGrpSpPr/>
          <p:nvPr/>
        </p:nvGrpSpPr>
        <p:grpSpPr>
          <a:xfrm>
            <a:off x="0" y="506850"/>
            <a:ext cx="930250" cy="2593175"/>
            <a:chOff x="0" y="506850"/>
            <a:chExt cx="930250" cy="2593175"/>
          </a:xfrm>
        </p:grpSpPr>
        <p:grpSp>
          <p:nvGrpSpPr>
            <p:cNvPr id="1963" name="Google Shape;1963;p131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964" name="Google Shape;1964;p131"/>
              <p:cNvGrpSpPr/>
              <p:nvPr/>
            </p:nvGrpSpPr>
            <p:grpSpPr>
              <a:xfrm>
                <a:off x="1233650" y="2793625"/>
                <a:ext cx="560050" cy="1851250"/>
                <a:chOff x="1381975" y="3249175"/>
                <a:chExt cx="560050" cy="1851250"/>
              </a:xfrm>
            </p:grpSpPr>
            <p:sp>
              <p:nvSpPr>
                <p:cNvPr id="1965" name="Google Shape;1965;p131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1966" name="Google Shape;1966;p131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967" name="Google Shape;1967;p131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968" name="Google Shape;1968;p13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969" name="Google Shape;1969;p13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970" name="Google Shape;1970;p131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971" name="Google Shape;1971;p131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972" name="Google Shape;1972;p13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973" name="Google Shape;1973;p13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974" name="Google Shape;1974;p131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975" name="Google Shape;1975;p131"/>
            <p:cNvSpPr/>
            <p:nvPr/>
          </p:nvSpPr>
          <p:spPr>
            <a:xfrm>
              <a:off x="183800" y="5068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1976" name="Google Shape;1976;p131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977" name="Google Shape;1977;p131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978" name="Google Shape;1978;p131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979" name="Google Shape;1979;p131"/>
          <p:cNvSpPr txBox="1"/>
          <p:nvPr>
            <p:ph idx="3" type="subTitle"/>
          </p:nvPr>
        </p:nvSpPr>
        <p:spPr>
          <a:xfrm>
            <a:off x="1078950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80" name="Google Shape;1980;p131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981" name="Google Shape;1981;p131"/>
          <p:cNvSpPr txBox="1"/>
          <p:nvPr>
            <p:ph idx="5" type="subTitle"/>
          </p:nvPr>
        </p:nvSpPr>
        <p:spPr>
          <a:xfrm>
            <a:off x="294225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982" name="Google Shape;1982;p131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983" name="Google Shape;1983;p131"/>
          <p:cNvSpPr txBox="1"/>
          <p:nvPr>
            <p:ph idx="7" type="subTitle"/>
          </p:nvPr>
        </p:nvSpPr>
        <p:spPr>
          <a:xfrm>
            <a:off x="4798647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grpSp>
        <p:nvGrpSpPr>
          <p:cNvPr id="1984" name="Google Shape;1984;p131"/>
          <p:cNvGrpSpPr/>
          <p:nvPr/>
        </p:nvGrpSpPr>
        <p:grpSpPr>
          <a:xfrm rot="5400000">
            <a:off x="7381575" y="-838700"/>
            <a:ext cx="930250" cy="2591775"/>
            <a:chOff x="0" y="508250"/>
            <a:chExt cx="930250" cy="2591775"/>
          </a:xfrm>
        </p:grpSpPr>
        <p:grpSp>
          <p:nvGrpSpPr>
            <p:cNvPr id="1985" name="Google Shape;1985;p131"/>
            <p:cNvGrpSpPr/>
            <p:nvPr/>
          </p:nvGrpSpPr>
          <p:grpSpPr>
            <a:xfrm>
              <a:off x="0" y="877050"/>
              <a:ext cx="930250" cy="2222975"/>
              <a:chOff x="1233650" y="2421900"/>
              <a:chExt cx="930250" cy="2222975"/>
            </a:xfrm>
          </p:grpSpPr>
          <p:grpSp>
            <p:nvGrpSpPr>
              <p:cNvPr id="1986" name="Google Shape;1986;p131"/>
              <p:cNvGrpSpPr/>
              <p:nvPr/>
            </p:nvGrpSpPr>
            <p:grpSpPr>
              <a:xfrm>
                <a:off x="1233650" y="2793625"/>
                <a:ext cx="930250" cy="1851250"/>
                <a:chOff x="1381975" y="3249175"/>
                <a:chExt cx="930250" cy="1851250"/>
              </a:xfrm>
            </p:grpSpPr>
            <p:grpSp>
              <p:nvGrpSpPr>
                <p:cNvPr id="1987" name="Google Shape;1987;p131"/>
                <p:cNvGrpSpPr/>
                <p:nvPr/>
              </p:nvGrpSpPr>
              <p:grpSpPr>
                <a:xfrm>
                  <a:off x="1571825" y="3249175"/>
                  <a:ext cx="740400" cy="370200"/>
                  <a:chOff x="1571825" y="3249175"/>
                  <a:chExt cx="740400" cy="370200"/>
                </a:xfrm>
              </p:grpSpPr>
              <p:sp>
                <p:nvSpPr>
                  <p:cNvPr id="1988" name="Google Shape;1988;p13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989" name="Google Shape;1989;p131"/>
                  <p:cNvSpPr/>
                  <p:nvPr/>
                </p:nvSpPr>
                <p:spPr>
                  <a:xfrm>
                    <a:off x="19420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sp>
              <p:nvSpPr>
                <p:cNvPr id="1990" name="Google Shape;1990;p131"/>
                <p:cNvSpPr/>
                <p:nvPr/>
              </p:nvSpPr>
              <p:spPr>
                <a:xfrm>
                  <a:off x="1381975" y="3619500"/>
                  <a:ext cx="1899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grpSp>
              <p:nvGrpSpPr>
                <p:cNvPr id="1991" name="Google Shape;1991;p131"/>
                <p:cNvGrpSpPr/>
                <p:nvPr/>
              </p:nvGrpSpPr>
              <p:grpSpPr>
                <a:xfrm>
                  <a:off x="1381975" y="3989700"/>
                  <a:ext cx="560050" cy="1110725"/>
                  <a:chOff x="1381975" y="3249175"/>
                  <a:chExt cx="560050" cy="1110725"/>
                </a:xfrm>
              </p:grpSpPr>
              <p:sp>
                <p:nvSpPr>
                  <p:cNvPr id="1992" name="Google Shape;1992;p13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993" name="Google Shape;1993;p13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994" name="Google Shape;1994;p131"/>
                  <p:cNvSpPr/>
                  <p:nvPr/>
                </p:nvSpPr>
                <p:spPr>
                  <a:xfrm>
                    <a:off x="1381975" y="3989700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  <p:grpSp>
              <p:nvGrpSpPr>
                <p:cNvPr id="1995" name="Google Shape;1995;p131"/>
                <p:cNvGrpSpPr/>
                <p:nvPr/>
              </p:nvGrpSpPr>
              <p:grpSpPr>
                <a:xfrm>
                  <a:off x="1381975" y="4360025"/>
                  <a:ext cx="560050" cy="370200"/>
                  <a:chOff x="1381975" y="3249175"/>
                  <a:chExt cx="560050" cy="370200"/>
                </a:xfrm>
              </p:grpSpPr>
              <p:sp>
                <p:nvSpPr>
                  <p:cNvPr id="1996" name="Google Shape;1996;p131"/>
                  <p:cNvSpPr/>
                  <p:nvPr/>
                </p:nvSpPr>
                <p:spPr>
                  <a:xfrm>
                    <a:off x="1381975" y="3249175"/>
                    <a:ext cx="1899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  <p:sp>
                <p:nvSpPr>
                  <p:cNvPr id="1997" name="Google Shape;1997;p131"/>
                  <p:cNvSpPr/>
                  <p:nvPr/>
                </p:nvSpPr>
                <p:spPr>
                  <a:xfrm>
                    <a:off x="1571825" y="3249175"/>
                    <a:ext cx="370200" cy="370200"/>
                  </a:xfrm>
                  <a:prstGeom prst="rect">
                    <a:avLst/>
                  </a:prstGeom>
                  <a:noFill/>
                  <a:ln cap="flat" cmpd="sng" w="9525">
                    <a:solidFill>
                      <a:schemeClr val="accent5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>
                      <a:solidFill>
                        <a:schemeClr val="lt1"/>
                      </a:solidFill>
                      <a:latin typeface="Sora"/>
                      <a:ea typeface="Sora"/>
                      <a:cs typeface="Sora"/>
                      <a:sym typeface="Sora"/>
                    </a:endParaRPr>
                  </a:p>
                </p:txBody>
              </p:sp>
            </p:grpSp>
          </p:grpSp>
          <p:sp>
            <p:nvSpPr>
              <p:cNvPr id="1998" name="Google Shape;1998;p131"/>
              <p:cNvSpPr/>
              <p:nvPr/>
            </p:nvSpPr>
            <p:spPr>
              <a:xfrm>
                <a:off x="1793700" y="2421900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sp>
          <p:nvSpPr>
            <p:cNvPr id="1999" name="Google Shape;1999;p131"/>
            <p:cNvSpPr/>
            <p:nvPr/>
          </p:nvSpPr>
          <p:spPr>
            <a:xfrm>
              <a:off x="189850" y="508250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000" name="Google Shape;2000;p131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"/>
              <a:buNone/>
              <a:defRPr sz="10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01" name="Google Shape;2001;p131"/>
          <p:cNvSpPr txBox="1"/>
          <p:nvPr>
            <p:ph idx="9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cxnSp>
        <p:nvCxnSpPr>
          <p:cNvPr id="2002" name="Google Shape;2002;p131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3" name="Google Shape;2003;p131"/>
          <p:cNvSpPr/>
          <p:nvPr/>
        </p:nvSpPr>
        <p:spPr>
          <a:xfrm rot="5400000">
            <a:off x="8773788" y="9223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04" name="Google Shape;2004;p131"/>
          <p:cNvSpPr/>
          <p:nvPr/>
        </p:nvSpPr>
        <p:spPr>
          <a:xfrm rot="5400000">
            <a:off x="8773788" y="1292513"/>
            <a:ext cx="370200" cy="370200"/>
          </a:xfrm>
          <a:prstGeom prst="rect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05" name="Google Shape;2005;p131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IBM Plex Sans"/>
              <a:buNone/>
              <a:defRPr sz="16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2006" name="Google Shape;2006;p131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07" name="Google Shape;2007;p131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BM Plex Sans"/>
              <a:buNone/>
              <a:defRPr b="1" sz="1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 b="1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08" name="Google Shape;2008;p131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09" name="Google Shape;2009;p131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IBM Plex Sans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10" name="Google Shape;2010;p131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1175">
          <p15:clr>
            <a:srgbClr val="E46962"/>
          </p15:clr>
        </p15:guide>
      </p15:sldGuideLst>
    </p:ext>
  </p:extLst>
</p:sldLayout>
</file>

<file path=ppt/slideLayouts/slideLayout1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2">
    <p:bg>
      <p:bgPr>
        <a:solidFill>
          <a:schemeClr val="lt1"/>
        </a:solidFill>
      </p:bgPr>
    </p:bg>
    <p:spTree>
      <p:nvGrpSpPr>
        <p:cNvPr id="2011" name="Shape 20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Google Shape;2012;p132"/>
          <p:cNvSpPr txBox="1"/>
          <p:nvPr>
            <p:ph idx="1" type="body"/>
          </p:nvPr>
        </p:nvSpPr>
        <p:spPr>
          <a:xfrm>
            <a:off x="1867950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2013" name="Google Shape;2013;p132"/>
          <p:cNvSpPr txBox="1"/>
          <p:nvPr>
            <p:ph idx="2" type="body"/>
          </p:nvPr>
        </p:nvSpPr>
        <p:spPr>
          <a:xfrm>
            <a:off x="1867950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2014" name="Google Shape;2014;p132"/>
          <p:cNvSpPr txBox="1"/>
          <p:nvPr>
            <p:ph idx="3" type="body"/>
          </p:nvPr>
        </p:nvSpPr>
        <p:spPr>
          <a:xfrm>
            <a:off x="5297575" y="203530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2015" name="Google Shape;2015;p132"/>
          <p:cNvSpPr txBox="1"/>
          <p:nvPr>
            <p:ph idx="4" type="body"/>
          </p:nvPr>
        </p:nvSpPr>
        <p:spPr>
          <a:xfrm>
            <a:off x="5297575" y="3405150"/>
            <a:ext cx="2700000" cy="8229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grpSp>
        <p:nvGrpSpPr>
          <p:cNvPr id="2016" name="Google Shape;2016;p132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2017" name="Google Shape;2017;p132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2018" name="Google Shape;2018;p132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19" name="Google Shape;2019;p13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0" name="Google Shape;2020;p132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2021" name="Google Shape;2021;p132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2" name="Google Shape;2022;p13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3" name="Google Shape;2023;p13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4" name="Google Shape;2024;p13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5" name="Google Shape;2025;p132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2026" name="Google Shape;2026;p132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7" name="Google Shape;2027;p13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28" name="Google Shape;2028;p13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29" name="Google Shape;2029;p132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2030" name="Google Shape;2030;p132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31" name="Google Shape;2031;p132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32" name="Google Shape;2032;p132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33" name="Google Shape;2033;p132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34" name="Google Shape;2034;p132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035" name="Google Shape;2035;p132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36" name="Google Shape;2036;p132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37" name="Google Shape;2037;p132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38" name="Google Shape;2038;p132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39" name="Google Shape;2039;p132"/>
          <p:cNvSpPr txBox="1"/>
          <p:nvPr>
            <p:ph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40" name="Google Shape;2040;p132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lt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041" name="Google Shape;2041;p132"/>
          <p:cNvSpPr txBox="1"/>
          <p:nvPr>
            <p:ph idx="6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2042" name="Google Shape;2042;p132"/>
          <p:cNvSpPr txBox="1"/>
          <p:nvPr>
            <p:ph idx="7" type="subTitle"/>
          </p:nvPr>
        </p:nvSpPr>
        <p:spPr>
          <a:xfrm>
            <a:off x="1867950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3" name="Google Shape;2043;p132"/>
          <p:cNvSpPr txBox="1"/>
          <p:nvPr>
            <p:ph idx="8" type="subTitle"/>
          </p:nvPr>
        </p:nvSpPr>
        <p:spPr>
          <a:xfrm>
            <a:off x="1867950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4" name="Google Shape;2044;p132"/>
          <p:cNvSpPr txBox="1"/>
          <p:nvPr>
            <p:ph idx="9" type="subTitle"/>
          </p:nvPr>
        </p:nvSpPr>
        <p:spPr>
          <a:xfrm>
            <a:off x="5297575" y="169227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5" name="Google Shape;2045;p132"/>
          <p:cNvSpPr txBox="1"/>
          <p:nvPr>
            <p:ph idx="13" type="subTitle"/>
          </p:nvPr>
        </p:nvSpPr>
        <p:spPr>
          <a:xfrm>
            <a:off x="5297575" y="3062125"/>
            <a:ext cx="2394900" cy="2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Sora Medium"/>
              <a:buNone/>
              <a:defRPr sz="1200">
                <a:solidFill>
                  <a:schemeClr val="lt2"/>
                </a:solidFill>
                <a:latin typeface="Sora Medium"/>
                <a:ea typeface="Sora Medium"/>
                <a:cs typeface="Sora Medium"/>
                <a:sym typeface="Sora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6" name="Google Shape;2046;p132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07">
          <p15:clr>
            <a:srgbClr val="E46962"/>
          </p15:clr>
        </p15:guide>
        <p15:guide id="3" pos="2262">
          <p15:clr>
            <a:srgbClr val="E46962"/>
          </p15:clr>
        </p15:guide>
        <p15:guide id="4" orient="horz" pos="1006">
          <p15:clr>
            <a:srgbClr val="E46962"/>
          </p15:clr>
        </p15:guide>
        <p15:guide id="5" pos="1175">
          <p15:clr>
            <a:srgbClr val="E46962"/>
          </p15:clr>
        </p15:guide>
      </p15:sldGuideLst>
    </p:ext>
  </p:extLst>
</p:sldLayout>
</file>

<file path=ppt/slideLayouts/slideLayout1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3">
  <p:cSld name="BLANK_1_1_1_1_1_1_1_1_1_1_1_1_1_1_1_2_1">
    <p:bg>
      <p:bgPr>
        <a:solidFill>
          <a:schemeClr val="lt1"/>
        </a:solidFill>
      </p:bgPr>
    </p:bg>
    <p:spTree>
      <p:nvGrpSpPr>
        <p:cNvPr id="2047" name="Shape 2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" name="Google Shape;2048;p133"/>
          <p:cNvSpPr txBox="1"/>
          <p:nvPr>
            <p:ph type="title"/>
          </p:nvPr>
        </p:nvSpPr>
        <p:spPr>
          <a:xfrm>
            <a:off x="104850" y="2155850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49" name="Google Shape;2049;p133"/>
          <p:cNvSpPr txBox="1"/>
          <p:nvPr>
            <p:ph idx="2" type="title"/>
          </p:nvPr>
        </p:nvSpPr>
        <p:spPr>
          <a:xfrm>
            <a:off x="1932925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50" name="Google Shape;2050;p133"/>
          <p:cNvSpPr txBox="1"/>
          <p:nvPr>
            <p:ph idx="3" type="title"/>
          </p:nvPr>
        </p:nvSpPr>
        <p:spPr>
          <a:xfrm>
            <a:off x="376100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51" name="Google Shape;2051;p133"/>
          <p:cNvSpPr txBox="1"/>
          <p:nvPr>
            <p:ph idx="4" type="title"/>
          </p:nvPr>
        </p:nvSpPr>
        <p:spPr>
          <a:xfrm>
            <a:off x="5607150" y="2155825"/>
            <a:ext cx="15834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000"/>
              <a:buNone/>
              <a:defRPr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52" name="Google Shape;2052;p133"/>
          <p:cNvSpPr txBox="1"/>
          <p:nvPr>
            <p:ph idx="5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053" name="Google Shape;2053;p133"/>
          <p:cNvSpPr txBox="1"/>
          <p:nvPr>
            <p:ph idx="1" type="subTitle"/>
          </p:nvPr>
        </p:nvSpPr>
        <p:spPr>
          <a:xfrm>
            <a:off x="2176499" y="3198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cxnSp>
        <p:nvCxnSpPr>
          <p:cNvPr id="2054" name="Google Shape;2054;p133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055" name="Google Shape;2055;p133"/>
          <p:cNvGrpSpPr/>
          <p:nvPr/>
        </p:nvGrpSpPr>
        <p:grpSpPr>
          <a:xfrm>
            <a:off x="7073603" y="0"/>
            <a:ext cx="2070408" cy="1617374"/>
            <a:chOff x="6787102" y="-57263"/>
            <a:chExt cx="2403260" cy="1877393"/>
          </a:xfrm>
        </p:grpSpPr>
        <p:grpSp>
          <p:nvGrpSpPr>
            <p:cNvPr id="2056" name="Google Shape;2056;p133"/>
            <p:cNvGrpSpPr/>
            <p:nvPr/>
          </p:nvGrpSpPr>
          <p:grpSpPr>
            <a:xfrm rot="10800000">
              <a:off x="8286413" y="1320355"/>
              <a:ext cx="903863" cy="499775"/>
              <a:chOff x="532097" y="3249175"/>
              <a:chExt cx="669528" cy="370204"/>
            </a:xfrm>
          </p:grpSpPr>
          <p:sp>
            <p:nvSpPr>
              <p:cNvPr id="2057" name="Google Shape;2057;p133"/>
              <p:cNvSpPr/>
              <p:nvPr/>
            </p:nvSpPr>
            <p:spPr>
              <a:xfrm>
                <a:off x="532097" y="3249179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58" name="Google Shape;2058;p1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59" name="Google Shape;2059;p133"/>
            <p:cNvGrpSpPr/>
            <p:nvPr/>
          </p:nvGrpSpPr>
          <p:grpSpPr>
            <a:xfrm rot="10800000">
              <a:off x="6787103" y="820419"/>
              <a:ext cx="2402289" cy="499772"/>
              <a:chOff x="532752" y="3249175"/>
              <a:chExt cx="1779473" cy="370202"/>
            </a:xfrm>
          </p:grpSpPr>
          <p:sp>
            <p:nvSpPr>
              <p:cNvPr id="2060" name="Google Shape;2060;p133"/>
              <p:cNvSpPr/>
              <p:nvPr/>
            </p:nvSpPr>
            <p:spPr>
              <a:xfrm>
                <a:off x="532752" y="3249177"/>
                <a:ext cx="2988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1" name="Google Shape;2061;p1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2" name="Google Shape;2062;p1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3" name="Google Shape;2063;p1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64" name="Google Shape;2064;p133"/>
            <p:cNvGrpSpPr/>
            <p:nvPr/>
          </p:nvGrpSpPr>
          <p:grpSpPr>
            <a:xfrm rot="10800000">
              <a:off x="7286873" y="320651"/>
              <a:ext cx="1499310" cy="499770"/>
              <a:chOff x="831425" y="3249175"/>
              <a:chExt cx="1110600" cy="370200"/>
            </a:xfrm>
          </p:grpSpPr>
          <p:sp>
            <p:nvSpPr>
              <p:cNvPr id="2065" name="Google Shape;2065;p133"/>
              <p:cNvSpPr/>
              <p:nvPr/>
            </p:nvSpPr>
            <p:spPr>
              <a:xfrm>
                <a:off x="8314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6" name="Google Shape;2066;p1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67" name="Google Shape;2067;p1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  <p:grpSp>
          <p:nvGrpSpPr>
            <p:cNvPr id="2068" name="Google Shape;2068;p133"/>
            <p:cNvGrpSpPr/>
            <p:nvPr/>
          </p:nvGrpSpPr>
          <p:grpSpPr>
            <a:xfrm rot="10800000">
              <a:off x="6787102" y="-57263"/>
              <a:ext cx="2403260" cy="377865"/>
              <a:chOff x="532032" y="3249173"/>
              <a:chExt cx="1780193" cy="370202"/>
            </a:xfrm>
          </p:grpSpPr>
          <p:sp>
            <p:nvSpPr>
              <p:cNvPr id="2069" name="Google Shape;2069;p133"/>
              <p:cNvSpPr/>
              <p:nvPr/>
            </p:nvSpPr>
            <p:spPr>
              <a:xfrm>
                <a:off x="532032" y="3249173"/>
                <a:ext cx="2994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0" name="Google Shape;2070;p133"/>
              <p:cNvSpPr/>
              <p:nvPr/>
            </p:nvSpPr>
            <p:spPr>
              <a:xfrm>
                <a:off x="831430" y="3249173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1" name="Google Shape;2071;p133"/>
              <p:cNvSpPr/>
              <p:nvPr/>
            </p:nvSpPr>
            <p:spPr>
              <a:xfrm>
                <a:off x="12016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2" name="Google Shape;2072;p133"/>
              <p:cNvSpPr/>
              <p:nvPr/>
            </p:nvSpPr>
            <p:spPr>
              <a:xfrm>
                <a:off x="15718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  <p:sp>
            <p:nvSpPr>
              <p:cNvPr id="2073" name="Google Shape;2073;p133"/>
              <p:cNvSpPr/>
              <p:nvPr/>
            </p:nvSpPr>
            <p:spPr>
              <a:xfrm>
                <a:off x="1942025" y="3249175"/>
                <a:ext cx="370200" cy="370200"/>
              </a:xfrm>
              <a:prstGeom prst="rect">
                <a:avLst/>
              </a:prstGeom>
              <a:noFill/>
              <a:ln cap="flat" cmpd="sng" w="9525">
                <a:solidFill>
                  <a:schemeClr val="accent5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>
                  <a:solidFill>
                    <a:schemeClr val="lt1"/>
                  </a:solidFill>
                  <a:latin typeface="Sora"/>
                  <a:ea typeface="Sora"/>
                  <a:cs typeface="Sora"/>
                  <a:sym typeface="Sora"/>
                </a:endParaRPr>
              </a:p>
            </p:txBody>
          </p:sp>
        </p:grpSp>
      </p:grpSp>
      <p:sp>
        <p:nvSpPr>
          <p:cNvPr id="2074" name="Google Shape;2074;p133"/>
          <p:cNvSpPr/>
          <p:nvPr/>
        </p:nvSpPr>
        <p:spPr>
          <a:xfrm flipH="1" rot="10800000">
            <a:off x="8088611" y="31980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75" name="Google Shape;2075;p133"/>
          <p:cNvSpPr/>
          <p:nvPr/>
        </p:nvSpPr>
        <p:spPr>
          <a:xfrm flipH="1" rot="10800000">
            <a:off x="8088611" y="592679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76" name="Google Shape;2076;p133"/>
          <p:cNvSpPr/>
          <p:nvPr/>
        </p:nvSpPr>
        <p:spPr>
          <a:xfrm flipH="1" rot="10800000">
            <a:off x="8088611" y="1172250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77" name="Google Shape;2077;p133"/>
          <p:cNvSpPr/>
          <p:nvPr/>
        </p:nvSpPr>
        <p:spPr>
          <a:xfrm flipH="1" rot="10800000">
            <a:off x="8088611" y="869471"/>
            <a:ext cx="10554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078" name="Google Shape;2078;p133"/>
          <p:cNvSpPr txBox="1"/>
          <p:nvPr>
            <p:ph idx="6" type="body"/>
          </p:nvPr>
        </p:nvSpPr>
        <p:spPr>
          <a:xfrm>
            <a:off x="1049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2079" name="Google Shape;2079;p133"/>
          <p:cNvSpPr txBox="1"/>
          <p:nvPr>
            <p:ph idx="7" type="body"/>
          </p:nvPr>
        </p:nvSpPr>
        <p:spPr>
          <a:xfrm>
            <a:off x="1932925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2080" name="Google Shape;2080;p133"/>
          <p:cNvSpPr txBox="1"/>
          <p:nvPr>
            <p:ph idx="8" type="body"/>
          </p:nvPr>
        </p:nvSpPr>
        <p:spPr>
          <a:xfrm>
            <a:off x="376100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2081" name="Google Shape;2081;p133"/>
          <p:cNvSpPr txBox="1"/>
          <p:nvPr>
            <p:ph idx="9" type="body"/>
          </p:nvPr>
        </p:nvSpPr>
        <p:spPr>
          <a:xfrm>
            <a:off x="5607150" y="2676050"/>
            <a:ext cx="15834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●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○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Sora ExtraLight"/>
              <a:buChar char="■"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9pPr>
          </a:lstStyle>
          <a:p/>
        </p:txBody>
      </p:sp>
      <p:sp>
        <p:nvSpPr>
          <p:cNvPr id="2082" name="Google Shape;2082;p133"/>
          <p:cNvSpPr txBox="1"/>
          <p:nvPr>
            <p:ph idx="13" type="title"/>
          </p:nvPr>
        </p:nvSpPr>
        <p:spPr>
          <a:xfrm>
            <a:off x="23997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3" name="Google Shape;2083;p133"/>
          <p:cNvSpPr txBox="1"/>
          <p:nvPr>
            <p:ph idx="14" type="title"/>
          </p:nvPr>
        </p:nvSpPr>
        <p:spPr>
          <a:xfrm>
            <a:off x="20095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4" name="Google Shape;2084;p133"/>
          <p:cNvSpPr txBox="1"/>
          <p:nvPr>
            <p:ph idx="15" type="title"/>
          </p:nvPr>
        </p:nvSpPr>
        <p:spPr>
          <a:xfrm>
            <a:off x="3895425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5" name="Google Shape;2085;p133"/>
          <p:cNvSpPr txBox="1"/>
          <p:nvPr>
            <p:ph idx="16" type="title"/>
          </p:nvPr>
        </p:nvSpPr>
        <p:spPr>
          <a:xfrm>
            <a:off x="5704700" y="1597225"/>
            <a:ext cx="6402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IBM Plex Sans"/>
              <a:buNone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6" name="Google Shape;2086;p133"/>
          <p:cNvSpPr txBox="1"/>
          <p:nvPr>
            <p:ph idx="17" type="title"/>
          </p:nvPr>
        </p:nvSpPr>
        <p:spPr>
          <a:xfrm>
            <a:off x="38100" y="319650"/>
            <a:ext cx="18279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accent6"/>
                </a:solidFill>
              </a:defRPr>
            </a:lvl9pPr>
          </a:lstStyle>
          <a:p/>
        </p:txBody>
      </p:sp>
      <p:sp>
        <p:nvSpPr>
          <p:cNvPr id="2087" name="Google Shape;2087;p133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611">
          <p15:clr>
            <a:srgbClr val="E46962"/>
          </p15:clr>
        </p15:guide>
        <p15:guide id="2" pos="3431">
          <p15:clr>
            <a:srgbClr val="E46962"/>
          </p15:clr>
        </p15:guide>
        <p15:guide id="3" pos="2262">
          <p15:clr>
            <a:srgbClr val="E46962"/>
          </p15:clr>
        </p15:guide>
        <p15:guide id="4" pos="1173">
          <p15:clr>
            <a:srgbClr val="E46962"/>
          </p15:clr>
        </p15:guide>
        <p15:guide id="5" pos="1408">
          <p15:clr>
            <a:srgbClr val="E46962"/>
          </p15:clr>
        </p15:guide>
        <p15:guide id="6" pos="1175">
          <p15:clr>
            <a:srgbClr val="E46962"/>
          </p15:clr>
        </p15:guide>
      </p15:sldGuideLst>
    </p:ext>
  </p:extLst>
</p:sldLayout>
</file>

<file path=ppt/slideLayouts/slideLayout1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images with caption">
  <p:cSld name="BLANK_1_1_1_1_1_1_1_1_1_1_1_1_1_1_1_1_1_1_2">
    <p:bg>
      <p:bgPr>
        <a:solidFill>
          <a:schemeClr val="lt1"/>
        </a:solidFill>
      </p:bgPr>
    </p:bg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134"/>
          <p:cNvSpPr txBox="1"/>
          <p:nvPr>
            <p:ph type="title"/>
          </p:nvPr>
        </p:nvSpPr>
        <p:spPr>
          <a:xfrm>
            <a:off x="38100" y="397750"/>
            <a:ext cx="19482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2090" name="Google Shape;2090;p134"/>
          <p:cNvGrpSpPr/>
          <p:nvPr/>
        </p:nvGrpSpPr>
        <p:grpSpPr>
          <a:xfrm rot="10800000">
            <a:off x="5657179" y="-1"/>
            <a:ext cx="3486840" cy="2906092"/>
            <a:chOff x="312900" y="2793625"/>
            <a:chExt cx="2221200" cy="1851250"/>
          </a:xfrm>
        </p:grpSpPr>
        <p:grpSp>
          <p:nvGrpSpPr>
            <p:cNvPr id="2091" name="Google Shape;2091;p134"/>
            <p:cNvGrpSpPr/>
            <p:nvPr/>
          </p:nvGrpSpPr>
          <p:grpSpPr>
            <a:xfrm>
              <a:off x="312900" y="2793625"/>
              <a:ext cx="1851000" cy="1851250"/>
              <a:chOff x="461225" y="3249175"/>
              <a:chExt cx="1851000" cy="1851250"/>
            </a:xfrm>
          </p:grpSpPr>
          <p:grpSp>
            <p:nvGrpSpPr>
              <p:cNvPr id="2092" name="Google Shape;2092;p134"/>
              <p:cNvGrpSpPr/>
              <p:nvPr/>
            </p:nvGrpSpPr>
            <p:grpSpPr>
              <a:xfrm>
                <a:off x="461225" y="3249175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93" name="Google Shape;2093;p13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094" name="Google Shape;2094;p13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095" name="Google Shape;2095;p13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096" name="Google Shape;2096;p13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097" name="Google Shape;2097;p134"/>
              <p:cNvGrpSpPr/>
              <p:nvPr/>
            </p:nvGrpSpPr>
            <p:grpSpPr>
              <a:xfrm>
                <a:off x="461225" y="3619500"/>
                <a:ext cx="1851000" cy="370200"/>
                <a:chOff x="461225" y="3249175"/>
                <a:chExt cx="1851000" cy="370200"/>
              </a:xfrm>
            </p:grpSpPr>
            <p:sp>
              <p:nvSpPr>
                <p:cNvPr id="2098" name="Google Shape;2098;p13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099" name="Google Shape;2099;p13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00" name="Google Shape;2100;p13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01" name="Google Shape;2101;p13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02" name="Google Shape;2102;p13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103" name="Google Shape;2103;p134"/>
              <p:cNvGrpSpPr/>
              <p:nvPr/>
            </p:nvGrpSpPr>
            <p:grpSpPr>
              <a:xfrm>
                <a:off x="461225" y="3989700"/>
                <a:ext cx="1480800" cy="1110725"/>
                <a:chOff x="461225" y="3249175"/>
                <a:chExt cx="1480800" cy="1110725"/>
              </a:xfrm>
            </p:grpSpPr>
            <p:sp>
              <p:nvSpPr>
                <p:cNvPr id="2104" name="Google Shape;2104;p134"/>
                <p:cNvSpPr/>
                <p:nvPr/>
              </p:nvSpPr>
              <p:spPr>
                <a:xfrm>
                  <a:off x="4612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05" name="Google Shape;2105;p13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06" name="Google Shape;2106;p13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07" name="Google Shape;2107;p134"/>
                <p:cNvSpPr/>
                <p:nvPr/>
              </p:nvSpPr>
              <p:spPr>
                <a:xfrm>
                  <a:off x="1201625" y="3989700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  <p:grpSp>
            <p:nvGrpSpPr>
              <p:cNvPr id="2108" name="Google Shape;2108;p134"/>
              <p:cNvGrpSpPr/>
              <p:nvPr/>
            </p:nvGrpSpPr>
            <p:grpSpPr>
              <a:xfrm>
                <a:off x="831425" y="4360025"/>
                <a:ext cx="1480800" cy="370200"/>
                <a:chOff x="831425" y="3249175"/>
                <a:chExt cx="1480800" cy="370200"/>
              </a:xfrm>
            </p:grpSpPr>
            <p:sp>
              <p:nvSpPr>
                <p:cNvPr id="2109" name="Google Shape;2109;p134"/>
                <p:cNvSpPr/>
                <p:nvPr/>
              </p:nvSpPr>
              <p:spPr>
                <a:xfrm>
                  <a:off x="8314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10" name="Google Shape;2110;p134"/>
                <p:cNvSpPr/>
                <p:nvPr/>
              </p:nvSpPr>
              <p:spPr>
                <a:xfrm>
                  <a:off x="12016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11" name="Google Shape;2111;p134"/>
                <p:cNvSpPr/>
                <p:nvPr/>
              </p:nvSpPr>
              <p:spPr>
                <a:xfrm>
                  <a:off x="15718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  <p:sp>
              <p:nvSpPr>
                <p:cNvPr id="2112" name="Google Shape;2112;p134"/>
                <p:cNvSpPr/>
                <p:nvPr/>
              </p:nvSpPr>
              <p:spPr>
                <a:xfrm>
                  <a:off x="1942025" y="3249175"/>
                  <a:ext cx="370200" cy="370200"/>
                </a:xfrm>
                <a:prstGeom prst="rect">
                  <a:avLst/>
                </a:prstGeom>
                <a:noFill/>
                <a:ln cap="flat" cmpd="sng" w="9525">
                  <a:solidFill>
                    <a:schemeClr val="accent5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>
                    <a:solidFill>
                      <a:schemeClr val="lt1"/>
                    </a:solidFill>
                    <a:latin typeface="Sora"/>
                    <a:ea typeface="Sora"/>
                    <a:cs typeface="Sora"/>
                    <a:sym typeface="Sora"/>
                  </a:endParaRPr>
                </a:p>
              </p:txBody>
            </p:sp>
          </p:grpSp>
        </p:grpSp>
        <p:sp>
          <p:nvSpPr>
            <p:cNvPr id="2113" name="Google Shape;2113;p134"/>
            <p:cNvSpPr/>
            <p:nvPr/>
          </p:nvSpPr>
          <p:spPr>
            <a:xfrm>
              <a:off x="2163900" y="2793625"/>
              <a:ext cx="370200" cy="370200"/>
            </a:xfrm>
            <a:prstGeom prst="rect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endParaRPr>
            </a:p>
          </p:txBody>
        </p:sp>
      </p:grpSp>
      <p:sp>
        <p:nvSpPr>
          <p:cNvPr id="2114" name="Google Shape;2114;p134"/>
          <p:cNvSpPr/>
          <p:nvPr>
            <p:ph idx="2" type="pic"/>
          </p:nvPr>
        </p:nvSpPr>
        <p:spPr>
          <a:xfrm>
            <a:off x="1200750" y="9847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5" name="Google Shape;2115;p134"/>
          <p:cNvSpPr/>
          <p:nvPr>
            <p:ph idx="3" type="pic"/>
          </p:nvPr>
        </p:nvSpPr>
        <p:spPr>
          <a:xfrm>
            <a:off x="3747300" y="92198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6" name="Google Shape;2116;p134"/>
          <p:cNvSpPr/>
          <p:nvPr>
            <p:ph idx="4" type="pic"/>
          </p:nvPr>
        </p:nvSpPr>
        <p:spPr>
          <a:xfrm>
            <a:off x="6080650" y="941438"/>
            <a:ext cx="1649400" cy="16494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117" name="Google Shape;2117;p134"/>
          <p:cNvSpPr txBox="1"/>
          <p:nvPr>
            <p:ph idx="1" type="subTitle"/>
          </p:nvPr>
        </p:nvSpPr>
        <p:spPr>
          <a:xfrm>
            <a:off x="9477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8" name="Google Shape;2118;p134"/>
          <p:cNvSpPr txBox="1"/>
          <p:nvPr>
            <p:ph idx="5" type="title"/>
          </p:nvPr>
        </p:nvSpPr>
        <p:spPr>
          <a:xfrm>
            <a:off x="11118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19" name="Google Shape;2119;p134"/>
          <p:cNvSpPr txBox="1"/>
          <p:nvPr>
            <p:ph idx="6" type="subTitle"/>
          </p:nvPr>
        </p:nvSpPr>
        <p:spPr>
          <a:xfrm>
            <a:off x="352860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0" name="Google Shape;2120;p134"/>
          <p:cNvSpPr txBox="1"/>
          <p:nvPr>
            <p:ph idx="7" type="title"/>
          </p:nvPr>
        </p:nvSpPr>
        <p:spPr>
          <a:xfrm>
            <a:off x="369270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1" name="Google Shape;2121;p134"/>
          <p:cNvSpPr txBox="1"/>
          <p:nvPr>
            <p:ph idx="8" type="subTitle"/>
          </p:nvPr>
        </p:nvSpPr>
        <p:spPr>
          <a:xfrm>
            <a:off x="5861950" y="3353900"/>
            <a:ext cx="2086800" cy="13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dk2"/>
                </a:solidFill>
                <a:latin typeface="Sora ExtraLight"/>
                <a:ea typeface="Sora ExtraLight"/>
                <a:cs typeface="Sora ExtraLight"/>
                <a:sym typeface="Sora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2" name="Google Shape;2122;p134"/>
          <p:cNvSpPr txBox="1"/>
          <p:nvPr>
            <p:ph idx="9" type="title"/>
          </p:nvPr>
        </p:nvSpPr>
        <p:spPr>
          <a:xfrm>
            <a:off x="6026050" y="3061625"/>
            <a:ext cx="1758600" cy="27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dk2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3" name="Google Shape;2123;p134"/>
          <p:cNvSpPr txBox="1"/>
          <p:nvPr>
            <p:ph idx="13" type="title"/>
          </p:nvPr>
        </p:nvSpPr>
        <p:spPr>
          <a:xfrm>
            <a:off x="38100" y="93150"/>
            <a:ext cx="1583400" cy="1893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2124" name="Google Shape;2124;p134"/>
          <p:cNvSpPr txBox="1"/>
          <p:nvPr>
            <p:ph idx="14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Sora"/>
                <a:ea typeface="Sora"/>
                <a:cs typeface="Sora"/>
                <a:sym typeface="S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Sora"/>
              <a:buNone/>
              <a:defRPr sz="900">
                <a:solidFill>
                  <a:schemeClr val="dk2"/>
                </a:solidFill>
                <a:latin typeface="Sora SemiBold"/>
                <a:ea typeface="Sora SemiBold"/>
                <a:cs typeface="Sora SemiBold"/>
                <a:sym typeface="Sora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125" name="Shape 2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6" name="Google Shape;2126;p13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7" name="Google Shape;2127;p13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128" name="Shape 2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" name="Google Shape;2129;p13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130" name="Shape 2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1" name="Google Shape;2131;p1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32" name="Google Shape;2132;p1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1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35" name="Google Shape;2135;p13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36" name="Google Shape;2136;p13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137" name="Shape 2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8" name="Google Shape;2138;p1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1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41" name="Google Shape;2141;p1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142" name="Shape 2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3" name="Google Shape;2143;p14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144" name="Shape 2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5" name="Google Shape;2145;p14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146" name="Google Shape;2146;p14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147" name="Google Shape;2147;p14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148" name="Shape 2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9" name="Google Shape;2149;p14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150" name="Shape 2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151" name="Shape 2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2" name="Google Shape;2152;p14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53" name="Google Shape;2153;p14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4" name="Google Shape;2154;p14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5" name="Google Shape;2155;p14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6" name="Google Shape;2156;p14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7" name="Google Shape;2157;p14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58" name="Google Shape;2158;p14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1" name="Google Shape;2161;p14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62" name="Google Shape;2162;p14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1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65" name="Google Shape;2165;p14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66" name="Google Shape;2166;p14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67" name="Google Shape;2167;p14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68" name="Google Shape;2168;p14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14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71" name="Google Shape;2171;p14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72" name="Google Shape;2172;p14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73" name="Google Shape;2173;p14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74" name="Google Shape;2174;p14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75" name="Google Shape;2175;p14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76" name="Google Shape;2176;p14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2177" name="Shape 2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8" name="Google Shape;2178;p14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79" name="Google Shape;2179;p14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0" name="Google Shape;2180;p14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1" name="Google Shape;2181;p14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82" name="Google Shape;2182;p14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3" name="Google Shape;2183;p14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4" name="Google Shape;2184;p14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5" name="Google Shape;2185;p14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186" name="Google Shape;2186;p14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2187" name="Shape 2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8" name="Google Shape;2188;p1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89" name="Google Shape;2189;p15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2190" name="Shape 2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1" name="Google Shape;2191;p15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2" name="Google Shape;2192;p15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193" name="Google Shape;2193;p15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2194" name="Google Shape;2194;p15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195" name="Google Shape;2195;p1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96" name="Google Shape;2196;p15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97" name="Google Shape;2197;p15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2198" name="Shape 2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9" name="Google Shape;2199;p15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00" name="Google Shape;2200;p15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1" name="Google Shape;2201;p15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2" name="Google Shape;2202;p15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03" name="Google Shape;2203;p15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2204" name="Google Shape;2204;p15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205" name="Google Shape;2205;p1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06" name="Google Shape;2206;p15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07" name="Google Shape;2207;p15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208" name="Google Shape;2208;p15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2209" name="Shape 2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0" name="Google Shape;2210;p15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15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13" name="Google Shape;2213;p15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14" name="Google Shape;2214;p15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15" name="Google Shape;2215;p15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16" name="Google Shape;2216;p15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17" name="Google Shape;2217;p15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18" name="Google Shape;2218;p15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9" name="Google Shape;2219;p15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20" name="Google Shape;2220;p15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2221" name="Google Shape;2221;p15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3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54" Type="http://schemas.openxmlformats.org/officeDocument/2006/relationships/theme" Target="../theme/theme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5.xml"/><Relationship Id="rId41" Type="http://schemas.openxmlformats.org/officeDocument/2006/relationships/slideLayout" Target="../slideLayouts/slideLayout94.xml"/><Relationship Id="rId44" Type="http://schemas.openxmlformats.org/officeDocument/2006/relationships/slideLayout" Target="../slideLayouts/slideLayout97.xml"/><Relationship Id="rId43" Type="http://schemas.openxmlformats.org/officeDocument/2006/relationships/slideLayout" Target="../slideLayouts/slideLayout96.xml"/><Relationship Id="rId46" Type="http://schemas.openxmlformats.org/officeDocument/2006/relationships/slideLayout" Target="../slideLayouts/slideLayout99.xml"/><Relationship Id="rId45" Type="http://schemas.openxmlformats.org/officeDocument/2006/relationships/slideLayout" Target="../slideLayouts/slideLayout98.xml"/><Relationship Id="rId1" Type="http://schemas.openxmlformats.org/officeDocument/2006/relationships/slideLayout" Target="../slideLayouts/slideLayout54.xml"/><Relationship Id="rId2" Type="http://schemas.openxmlformats.org/officeDocument/2006/relationships/slideLayout" Target="../slideLayouts/slideLayout55.xml"/><Relationship Id="rId3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7.xml"/><Relationship Id="rId9" Type="http://schemas.openxmlformats.org/officeDocument/2006/relationships/slideLayout" Target="../slideLayouts/slideLayout62.xml"/><Relationship Id="rId48" Type="http://schemas.openxmlformats.org/officeDocument/2006/relationships/slideLayout" Target="../slideLayouts/slideLayout101.xml"/><Relationship Id="rId47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8.xml"/><Relationship Id="rId6" Type="http://schemas.openxmlformats.org/officeDocument/2006/relationships/slideLayout" Target="../slideLayouts/slideLayout59.xml"/><Relationship Id="rId7" Type="http://schemas.openxmlformats.org/officeDocument/2006/relationships/slideLayout" Target="../slideLayouts/slideLayout60.xml"/><Relationship Id="rId8" Type="http://schemas.openxmlformats.org/officeDocument/2006/relationships/slideLayout" Target="../slideLayouts/slideLayout61.xml"/><Relationship Id="rId31" Type="http://schemas.openxmlformats.org/officeDocument/2006/relationships/slideLayout" Target="../slideLayouts/slideLayout84.xml"/><Relationship Id="rId30" Type="http://schemas.openxmlformats.org/officeDocument/2006/relationships/slideLayout" Target="../slideLayouts/slideLayout83.xml"/><Relationship Id="rId33" Type="http://schemas.openxmlformats.org/officeDocument/2006/relationships/slideLayout" Target="../slideLayouts/slideLayout86.xml"/><Relationship Id="rId32" Type="http://schemas.openxmlformats.org/officeDocument/2006/relationships/slideLayout" Target="../slideLayouts/slideLayout85.xml"/><Relationship Id="rId35" Type="http://schemas.openxmlformats.org/officeDocument/2006/relationships/slideLayout" Target="../slideLayouts/slideLayout88.xml"/><Relationship Id="rId34" Type="http://schemas.openxmlformats.org/officeDocument/2006/relationships/slideLayout" Target="../slideLayouts/slideLayout87.xml"/><Relationship Id="rId37" Type="http://schemas.openxmlformats.org/officeDocument/2006/relationships/slideLayout" Target="../slideLayouts/slideLayout90.xml"/><Relationship Id="rId36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92.xml"/><Relationship Id="rId38" Type="http://schemas.openxmlformats.org/officeDocument/2006/relationships/slideLayout" Target="../slideLayouts/slideLayout91.xml"/><Relationship Id="rId20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5.xml"/><Relationship Id="rId2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77.xml"/><Relationship Id="rId23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79.xml"/><Relationship Id="rId25" Type="http://schemas.openxmlformats.org/officeDocument/2006/relationships/slideLayout" Target="../slideLayouts/slideLayout78.xml"/><Relationship Id="rId28" Type="http://schemas.openxmlformats.org/officeDocument/2006/relationships/slideLayout" Target="../slideLayouts/slideLayout81.xml"/><Relationship Id="rId27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2.xml"/><Relationship Id="rId50" Type="http://schemas.openxmlformats.org/officeDocument/2006/relationships/theme" Target="../theme/theme4.xml"/><Relationship Id="rId11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8.xml"/><Relationship Id="rId14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70.xml"/><Relationship Id="rId16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2.xml"/><Relationship Id="rId18" Type="http://schemas.openxmlformats.org/officeDocument/2006/relationships/slideLayout" Target="../slideLayouts/slideLayout71.xml"/></Relationships>
</file>

<file path=ppt/slideMasters/_rels/slideMaster3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142.xml"/><Relationship Id="rId42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3.xml"/><Relationship Id="rId44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5.xml"/><Relationship Id="rId46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7.xml"/><Relationship Id="rId1" Type="http://schemas.openxmlformats.org/officeDocument/2006/relationships/slideLayout" Target="../slideLayouts/slideLayout103.xml"/><Relationship Id="rId2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6.xml"/><Relationship Id="rId9" Type="http://schemas.openxmlformats.org/officeDocument/2006/relationships/slideLayout" Target="../slideLayouts/slideLayout111.xml"/><Relationship Id="rId48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49.xml"/><Relationship Id="rId49" Type="http://schemas.openxmlformats.org/officeDocument/2006/relationships/slideLayout" Target="../slideLayouts/slideLayout151.xml"/><Relationship Id="rId5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10.xml"/><Relationship Id="rId31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2.xml"/><Relationship Id="rId33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4.xml"/><Relationship Id="rId35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6.xml"/><Relationship Id="rId37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38.xml"/><Relationship Id="rId39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0.xml"/><Relationship Id="rId20" Type="http://schemas.openxmlformats.org/officeDocument/2006/relationships/slideLayout" Target="../slideLayouts/slideLayout122.xml"/><Relationship Id="rId22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3.xml"/><Relationship Id="rId24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5.xml"/><Relationship Id="rId26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7.xml"/><Relationship Id="rId28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29.xml"/><Relationship Id="rId29" Type="http://schemas.openxmlformats.org/officeDocument/2006/relationships/slideLayout" Target="../slideLayouts/slideLayout131.xml"/><Relationship Id="rId50" Type="http://schemas.openxmlformats.org/officeDocument/2006/relationships/theme" Target="../theme/theme1.xml"/><Relationship Id="rId11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2.xml"/><Relationship Id="rId13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4.xml"/><Relationship Id="rId15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6.xml"/><Relationship Id="rId17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18.xml"/><Relationship Id="rId19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361850" y="2004025"/>
            <a:ext cx="56274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438150" y="524575"/>
            <a:ext cx="5433000" cy="9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Newsreader"/>
              <a:buNone/>
              <a:defRPr sz="3000">
                <a:solidFill>
                  <a:schemeClr val="lt1"/>
                </a:solidFill>
                <a:latin typeface="Newsreader"/>
                <a:ea typeface="Newsreader"/>
                <a:cs typeface="Newsreader"/>
                <a:sym typeface="Newsread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700200" y="1614100"/>
            <a:ext cx="3756600" cy="25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●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○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Char char="■"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</p:sldLayoutIdLst>
  <mc:AlternateContent>
    <mc:Choice Requires="p14">
      <p:transition p14:dur="200">
        <p:push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29">
          <p15:clr>
            <a:srgbClr val="E46962"/>
          </p15:clr>
        </p15:guide>
        <p15:guide id="2" orient="horz" pos="233">
          <p15:clr>
            <a:srgbClr val="E46962"/>
          </p15:clr>
        </p15:guide>
        <p15:guide id="3" orient="horz" pos="3011">
          <p15:clr>
            <a:srgbClr val="E46962"/>
          </p15:clr>
        </p15:guide>
        <p15:guide id="4" pos="2850">
          <p15:clr>
            <a:srgbClr val="E46962"/>
          </p15:clr>
        </p15:guide>
        <p15:guide id="5" pos="2910">
          <p15:clr>
            <a:srgbClr val="E46962"/>
          </p15:clr>
        </p15:guide>
        <p15:guide id="6" pos="1468">
          <p15:clr>
            <a:srgbClr val="E46962"/>
          </p15:clr>
        </p15:guide>
        <p15:guide id="7" pos="1527">
          <p15:clr>
            <a:srgbClr val="E46962"/>
          </p15:clr>
        </p15:guide>
        <p15:guide id="8" pos="4226">
          <p15:clr>
            <a:srgbClr val="E46962"/>
          </p15:clr>
        </p15:guide>
        <p15:guide id="9" pos="4285">
          <p15:clr>
            <a:srgbClr val="E46962"/>
          </p15:clr>
        </p15:guide>
        <p15:guide id="10" pos="3773">
          <p15:clr>
            <a:srgbClr val="E46962"/>
          </p15:clr>
        </p15:guide>
        <p15:guide id="11" pos="3830">
          <p15:clr>
            <a:srgbClr val="E46962"/>
          </p15:clr>
        </p15:guide>
        <p15:guide id="12" pos="1930">
          <p15:clr>
            <a:srgbClr val="E46962"/>
          </p15:clr>
        </p15:guide>
        <p15:guide id="13" pos="1987">
          <p15:clr>
            <a:srgbClr val="E46962"/>
          </p15:clr>
        </p15:guide>
        <p15:guide id="14" orient="horz" pos="2867">
          <p15:clr>
            <a:srgbClr val="E46962"/>
          </p15:clr>
        </p15:guide>
        <p15:guide id="15" orient="horz" pos="1135">
          <p15:clr>
            <a:srgbClr val="E46962"/>
          </p15:clr>
        </p15:guide>
        <p15:guide id="16" orient="horz" pos="1194">
          <p15:clr>
            <a:srgbClr val="E46962"/>
          </p15:clr>
        </p15:guide>
        <p15:guide id="17" orient="horz" pos="2043">
          <p15:clr>
            <a:srgbClr val="E46962"/>
          </p15:clr>
        </p15:guide>
        <p15:guide id="18" orient="horz" pos="2103">
          <p15:clr>
            <a:srgbClr val="E46962"/>
          </p15:clr>
        </p15:guide>
        <p15:guide id="19" pos="228">
          <p15:clr>
            <a:srgbClr val="E46962"/>
          </p15:clr>
        </p15:guide>
        <p15:guide id="20" orient="horz" pos="672">
          <p15:clr>
            <a:srgbClr val="E46962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5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466" name="Google Shape;466;p55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467" name="Google Shape;467;p55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27" r:id="rId27"/>
    <p:sldLayoutId id="2147483728" r:id="rId28"/>
    <p:sldLayoutId id="2147483729" r:id="rId29"/>
    <p:sldLayoutId id="2147483730" r:id="rId30"/>
    <p:sldLayoutId id="2147483731" r:id="rId31"/>
    <p:sldLayoutId id="2147483732" r:id="rId32"/>
    <p:sldLayoutId id="2147483733" r:id="rId33"/>
    <p:sldLayoutId id="2147483734" r:id="rId34"/>
    <p:sldLayoutId id="2147483735" r:id="rId35"/>
    <p:sldLayoutId id="2147483736" r:id="rId36"/>
    <p:sldLayoutId id="2147483737" r:id="rId37"/>
    <p:sldLayoutId id="2147483738" r:id="rId38"/>
    <p:sldLayoutId id="2147483739" r:id="rId39"/>
    <p:sldLayoutId id="2147483740" r:id="rId40"/>
    <p:sldLayoutId id="2147483741" r:id="rId41"/>
    <p:sldLayoutId id="2147483742" r:id="rId42"/>
    <p:sldLayoutId id="2147483743" r:id="rId43"/>
    <p:sldLayoutId id="2147483744" r:id="rId44"/>
    <p:sldLayoutId id="2147483745" r:id="rId45"/>
    <p:sldLayoutId id="2147483746" r:id="rId46"/>
    <p:sldLayoutId id="2147483747" r:id="rId47"/>
    <p:sldLayoutId id="2147483748" r:id="rId48"/>
    <p:sldLayoutId id="2147483749" r:id="rId49"/>
  </p:sldLayoutIdLst>
  <mc:AlternateContent>
    <mc:Choice Requires="p14">
      <p:transition p14:dur="200">
        <p:push/>
      </p:transition>
    </mc:Choice>
    <mc:Fallback>
      <p:transition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1343" name="Shape 1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4" name="Google Shape;1344;p105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  <p:sp>
        <p:nvSpPr>
          <p:cNvPr id="1345" name="Google Shape;1345;p105"/>
          <p:cNvSpPr txBox="1"/>
          <p:nvPr>
            <p:ph type="title"/>
          </p:nvPr>
        </p:nvSpPr>
        <p:spPr>
          <a:xfrm>
            <a:off x="402800" y="197225"/>
            <a:ext cx="6537900" cy="125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IBM Plex Sans"/>
              <a:buNone/>
              <a:defRPr sz="3000">
                <a:solidFill>
                  <a:schemeClr val="lt1"/>
                </a:solidFill>
                <a:latin typeface="IBM Plex Sans"/>
                <a:ea typeface="IBM Plex Sans"/>
                <a:cs typeface="IBM Plex Sans"/>
                <a:sym typeface="IBM Plex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Font typeface="IBM Plex Sans"/>
              <a:buNone/>
              <a:defRPr sz="3000">
                <a:latin typeface="IBM Plex Sans"/>
                <a:ea typeface="IBM Plex Sans"/>
                <a:cs typeface="IBM Plex Sans"/>
                <a:sym typeface="IBM Plex Sans"/>
              </a:defRPr>
            </a:lvl9pPr>
          </a:lstStyle>
          <a:p/>
        </p:txBody>
      </p:sp>
      <p:sp>
        <p:nvSpPr>
          <p:cNvPr id="1346" name="Google Shape;1346;p105"/>
          <p:cNvSpPr txBox="1"/>
          <p:nvPr>
            <p:ph idx="2" type="body"/>
          </p:nvPr>
        </p:nvSpPr>
        <p:spPr>
          <a:xfrm>
            <a:off x="3439325" y="1502775"/>
            <a:ext cx="5344800" cy="243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●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○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Sora"/>
              <a:buChar char="■"/>
              <a:defRPr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  <p:sldLayoutId id="2147483761" r:id="rId12"/>
    <p:sldLayoutId id="2147483762" r:id="rId13"/>
    <p:sldLayoutId id="2147483763" r:id="rId14"/>
    <p:sldLayoutId id="2147483764" r:id="rId15"/>
    <p:sldLayoutId id="2147483765" r:id="rId16"/>
    <p:sldLayoutId id="2147483766" r:id="rId17"/>
    <p:sldLayoutId id="2147483767" r:id="rId18"/>
    <p:sldLayoutId id="2147483768" r:id="rId19"/>
    <p:sldLayoutId id="2147483769" r:id="rId20"/>
    <p:sldLayoutId id="2147483770" r:id="rId21"/>
    <p:sldLayoutId id="2147483771" r:id="rId22"/>
    <p:sldLayoutId id="2147483772" r:id="rId23"/>
    <p:sldLayoutId id="2147483773" r:id="rId24"/>
    <p:sldLayoutId id="2147483774" r:id="rId25"/>
    <p:sldLayoutId id="2147483775" r:id="rId26"/>
    <p:sldLayoutId id="2147483776" r:id="rId27"/>
    <p:sldLayoutId id="2147483777" r:id="rId28"/>
    <p:sldLayoutId id="2147483778" r:id="rId29"/>
    <p:sldLayoutId id="2147483779" r:id="rId30"/>
    <p:sldLayoutId id="2147483780" r:id="rId31"/>
    <p:sldLayoutId id="2147483781" r:id="rId32"/>
    <p:sldLayoutId id="2147483782" r:id="rId33"/>
    <p:sldLayoutId id="2147483783" r:id="rId34"/>
    <p:sldLayoutId id="2147483784" r:id="rId35"/>
    <p:sldLayoutId id="2147483785" r:id="rId36"/>
    <p:sldLayoutId id="2147483786" r:id="rId37"/>
    <p:sldLayoutId id="2147483787" r:id="rId38"/>
    <p:sldLayoutId id="2147483788" r:id="rId39"/>
    <p:sldLayoutId id="2147483789" r:id="rId40"/>
    <p:sldLayoutId id="2147483790" r:id="rId41"/>
    <p:sldLayoutId id="2147483791" r:id="rId42"/>
    <p:sldLayoutId id="2147483792" r:id="rId43"/>
    <p:sldLayoutId id="2147483793" r:id="rId44"/>
    <p:sldLayoutId id="2147483794" r:id="rId45"/>
    <p:sldLayoutId id="2147483795" r:id="rId46"/>
    <p:sldLayoutId id="2147483796" r:id="rId47"/>
    <p:sldLayoutId id="2147483797" r:id="rId48"/>
    <p:sldLayoutId id="2147483798" r:id="rId4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1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9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0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0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5" name="Shape 2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6" name="Google Shape;2226;p155"/>
          <p:cNvSpPr txBox="1"/>
          <p:nvPr>
            <p:ph idx="2" type="subTitle"/>
          </p:nvPr>
        </p:nvSpPr>
        <p:spPr>
          <a:xfrm>
            <a:off x="138475" y="228600"/>
            <a:ext cx="2164500" cy="37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Sora"/>
                <a:ea typeface="Sora"/>
                <a:cs typeface="Sora"/>
                <a:sym typeface="Sora"/>
              </a:rPr>
              <a:t>Bobomurodov Dilshod</a:t>
            </a:r>
            <a:endParaRPr sz="1200"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27" name="Google Shape;2227;p155"/>
          <p:cNvSpPr txBox="1"/>
          <p:nvPr>
            <p:ph type="title"/>
          </p:nvPr>
        </p:nvSpPr>
        <p:spPr>
          <a:xfrm>
            <a:off x="74600" y="1646357"/>
            <a:ext cx="5876700" cy="2586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dk2"/>
                </a:solidFill>
              </a:rPr>
              <a:t>Kriptografiya asoslari va autentifikatsiya usullari</a:t>
            </a:r>
            <a:endParaRPr sz="5000">
              <a:solidFill>
                <a:schemeClr val="dk2"/>
              </a:solidFill>
            </a:endParaRPr>
          </a:p>
        </p:txBody>
      </p:sp>
      <p:sp>
        <p:nvSpPr>
          <p:cNvPr id="2228" name="Google Shape;2228;p155"/>
          <p:cNvSpPr txBox="1"/>
          <p:nvPr>
            <p:ph idx="1" type="subTitle"/>
          </p:nvPr>
        </p:nvSpPr>
        <p:spPr>
          <a:xfrm>
            <a:off x="130200" y="4291350"/>
            <a:ext cx="4922100" cy="73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2" name="Shape 2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3" name="Google Shape;2233;p156"/>
          <p:cNvSpPr txBox="1"/>
          <p:nvPr>
            <p:ph idx="3" type="title"/>
          </p:nvPr>
        </p:nvSpPr>
        <p:spPr>
          <a:xfrm>
            <a:off x="115025" y="471075"/>
            <a:ext cx="39417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Reja</a:t>
            </a:r>
            <a:endParaRPr/>
          </a:p>
        </p:txBody>
      </p:sp>
      <p:sp>
        <p:nvSpPr>
          <p:cNvPr id="2234" name="Google Shape;2234;p156"/>
          <p:cNvSpPr txBox="1"/>
          <p:nvPr>
            <p:ph type="title"/>
          </p:nvPr>
        </p:nvSpPr>
        <p:spPr>
          <a:xfrm>
            <a:off x="38100" y="93150"/>
            <a:ext cx="4194300" cy="378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  <p:sp>
        <p:nvSpPr>
          <p:cNvPr id="2235" name="Google Shape;2235;p156"/>
          <p:cNvSpPr txBox="1"/>
          <p:nvPr>
            <p:ph idx="8" type="subTitle"/>
          </p:nvPr>
        </p:nvSpPr>
        <p:spPr>
          <a:xfrm>
            <a:off x="4743775" y="2361868"/>
            <a:ext cx="3711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Shifrlash turlari</a:t>
            </a:r>
            <a:endParaRPr sz="1300"/>
          </a:p>
        </p:txBody>
      </p:sp>
      <p:sp>
        <p:nvSpPr>
          <p:cNvPr id="2236" name="Google Shape;2236;p156"/>
          <p:cNvSpPr txBox="1"/>
          <p:nvPr>
            <p:ph idx="9" type="subTitle"/>
          </p:nvPr>
        </p:nvSpPr>
        <p:spPr>
          <a:xfrm>
            <a:off x="4743775" y="2129000"/>
            <a:ext cx="138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1.2</a:t>
            </a:r>
            <a:endParaRPr b="0"/>
          </a:p>
        </p:txBody>
      </p:sp>
      <p:sp>
        <p:nvSpPr>
          <p:cNvPr id="2237" name="Google Shape;2237;p156"/>
          <p:cNvSpPr txBox="1"/>
          <p:nvPr>
            <p:ph idx="13" type="subTitle"/>
          </p:nvPr>
        </p:nvSpPr>
        <p:spPr>
          <a:xfrm>
            <a:off x="4743781" y="18292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Kriptografiyaning maqsadi va vazifalari</a:t>
            </a:r>
            <a:endParaRPr sz="1300"/>
          </a:p>
        </p:txBody>
      </p:sp>
      <p:sp>
        <p:nvSpPr>
          <p:cNvPr id="2238" name="Google Shape;2238;p156"/>
          <p:cNvSpPr txBox="1"/>
          <p:nvPr>
            <p:ph idx="14" type="subTitle"/>
          </p:nvPr>
        </p:nvSpPr>
        <p:spPr>
          <a:xfrm>
            <a:off x="4743781" y="15963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1.1</a:t>
            </a:r>
            <a:endParaRPr b="0"/>
          </a:p>
        </p:txBody>
      </p:sp>
      <p:sp>
        <p:nvSpPr>
          <p:cNvPr id="2239" name="Google Shape;2239;p156"/>
          <p:cNvSpPr txBox="1"/>
          <p:nvPr>
            <p:ph idx="15" type="subTitle"/>
          </p:nvPr>
        </p:nvSpPr>
        <p:spPr>
          <a:xfrm>
            <a:off x="4482800" y="12966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Kriptografiya asoslari</a:t>
            </a:r>
            <a:endParaRPr b="1" sz="1700"/>
          </a:p>
        </p:txBody>
      </p:sp>
      <p:sp>
        <p:nvSpPr>
          <p:cNvPr id="2240" name="Google Shape;2240;p156"/>
          <p:cNvSpPr txBox="1"/>
          <p:nvPr>
            <p:ph idx="16" type="subTitle"/>
          </p:nvPr>
        </p:nvSpPr>
        <p:spPr>
          <a:xfrm>
            <a:off x="4482800" y="103112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1</a:t>
            </a:r>
            <a:r>
              <a:rPr lang="en" sz="1700"/>
              <a:t>.</a:t>
            </a:r>
            <a:endParaRPr sz="1700"/>
          </a:p>
        </p:txBody>
      </p:sp>
      <p:sp>
        <p:nvSpPr>
          <p:cNvPr id="2241" name="Google Shape;2241;p156"/>
          <p:cNvSpPr txBox="1"/>
          <p:nvPr>
            <p:ph idx="8" type="subTitle"/>
          </p:nvPr>
        </p:nvSpPr>
        <p:spPr>
          <a:xfrm>
            <a:off x="4743750" y="4144243"/>
            <a:ext cx="3711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Ko‘p bosqichli autentifikatsiya (MFA)</a:t>
            </a:r>
            <a:endParaRPr sz="1300"/>
          </a:p>
        </p:txBody>
      </p:sp>
      <p:sp>
        <p:nvSpPr>
          <p:cNvPr id="2242" name="Google Shape;2242;p156"/>
          <p:cNvSpPr txBox="1"/>
          <p:nvPr>
            <p:ph idx="9" type="subTitle"/>
          </p:nvPr>
        </p:nvSpPr>
        <p:spPr>
          <a:xfrm>
            <a:off x="4743750" y="3923400"/>
            <a:ext cx="13839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.2</a:t>
            </a:r>
            <a:endParaRPr b="0"/>
          </a:p>
        </p:txBody>
      </p:sp>
      <p:sp>
        <p:nvSpPr>
          <p:cNvPr id="2243" name="Google Shape;2243;p156"/>
          <p:cNvSpPr txBox="1"/>
          <p:nvPr>
            <p:ph idx="13" type="subTitle"/>
          </p:nvPr>
        </p:nvSpPr>
        <p:spPr>
          <a:xfrm>
            <a:off x="4743756" y="3623638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Parolga asoslangan autentifikatsiya</a:t>
            </a:r>
            <a:endParaRPr sz="1300"/>
          </a:p>
        </p:txBody>
      </p:sp>
      <p:sp>
        <p:nvSpPr>
          <p:cNvPr id="2244" name="Google Shape;2244;p156"/>
          <p:cNvSpPr txBox="1"/>
          <p:nvPr>
            <p:ph idx="14" type="subTitle"/>
          </p:nvPr>
        </p:nvSpPr>
        <p:spPr>
          <a:xfrm>
            <a:off x="4743756" y="3390775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"/>
              <a:t>2</a:t>
            </a:r>
            <a:r>
              <a:rPr b="0" lang="en"/>
              <a:t>.1</a:t>
            </a:r>
            <a:endParaRPr b="0"/>
          </a:p>
        </p:txBody>
      </p:sp>
      <p:sp>
        <p:nvSpPr>
          <p:cNvPr id="2245" name="Google Shape;2245;p156"/>
          <p:cNvSpPr txBox="1"/>
          <p:nvPr>
            <p:ph idx="15" type="subTitle"/>
          </p:nvPr>
        </p:nvSpPr>
        <p:spPr>
          <a:xfrm>
            <a:off x="4482775" y="3091013"/>
            <a:ext cx="3972600" cy="277200"/>
          </a:xfrm>
          <a:prstGeom prst="rect">
            <a:avLst/>
          </a:prstGeom>
        </p:spPr>
        <p:txBody>
          <a:bodyPr anchorCtr="0" anchor="b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/>
              <a:t>Autentifikatsiya usullari</a:t>
            </a:r>
            <a:endParaRPr b="1" sz="1700"/>
          </a:p>
        </p:txBody>
      </p:sp>
      <p:sp>
        <p:nvSpPr>
          <p:cNvPr id="2246" name="Google Shape;2246;p156"/>
          <p:cNvSpPr txBox="1"/>
          <p:nvPr>
            <p:ph idx="16" type="subTitle"/>
          </p:nvPr>
        </p:nvSpPr>
        <p:spPr>
          <a:xfrm>
            <a:off x="4482775" y="2825527"/>
            <a:ext cx="1481100" cy="198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/>
              <a:t>2.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0" name="Shape 2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1" name="Google Shape;2251;p157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Kriptografiya asoslari va bu fanning axborot tizimlarida qo‘llanilishi.</a:t>
            </a:r>
            <a:endParaRPr/>
          </a:p>
        </p:txBody>
      </p:sp>
      <p:sp>
        <p:nvSpPr>
          <p:cNvPr id="2252" name="Google Shape;2252;p157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34343"/>
                </a:solidFill>
              </a:rPr>
              <a:t>Kriptografiya nima o‘zi?</a:t>
            </a:r>
            <a:endParaRPr b="1" sz="11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Ma’lumotlarni maxfiy va xavfsiz shaklda uzatish va saqlash usullarini o‘rganuvchi fan – kriptografiya axborot tizimlarida muhim rol o‘ynaydi. U shifrlash, parol va autentifikatsiya kabi texnikalarni qo‘llash orqali tizimlarni himoya qiladi, foydalanuvchi ma’lumotlarining maxfiyligini va butunligini ta’minlaydi. 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2253" name="Google Shape;2253;p157"/>
          <p:cNvSpPr txBox="1"/>
          <p:nvPr>
            <p:ph idx="2" type="title"/>
          </p:nvPr>
        </p:nvSpPr>
        <p:spPr>
          <a:xfrm>
            <a:off x="38100" y="93150"/>
            <a:ext cx="4194300" cy="378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7" name="Shape 2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Google Shape;2258;p158"/>
          <p:cNvSpPr/>
          <p:nvPr/>
        </p:nvSpPr>
        <p:spPr>
          <a:xfrm rot="1181745">
            <a:off x="3565253" y="751191"/>
            <a:ext cx="2013499" cy="1991018"/>
          </a:xfrm>
          <a:prstGeom prst="ellipse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59" name="Google Shape;2259;p158"/>
          <p:cNvSpPr/>
          <p:nvPr/>
        </p:nvSpPr>
        <p:spPr>
          <a:xfrm rot="9649294">
            <a:off x="-1341325" y="856718"/>
            <a:ext cx="4949603" cy="1779974"/>
          </a:xfrm>
          <a:prstGeom prst="chord">
            <a:avLst>
              <a:gd fmla="val 2548532" name="adj1"/>
              <a:gd fmla="val 19993265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60" name="Google Shape;2260;p158"/>
          <p:cNvSpPr/>
          <p:nvPr/>
        </p:nvSpPr>
        <p:spPr>
          <a:xfrm rot="748054">
            <a:off x="393745" y="1246154"/>
            <a:ext cx="3226691" cy="1216883"/>
          </a:xfrm>
          <a:prstGeom prst="flowChartConnector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61" name="Google Shape;2261;p158"/>
          <p:cNvSpPr/>
          <p:nvPr/>
        </p:nvSpPr>
        <p:spPr>
          <a:xfrm flipH="1" rot="10800000">
            <a:off x="6153225" y="2339050"/>
            <a:ext cx="7131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62" name="Google Shape;2262;p158"/>
          <p:cNvSpPr/>
          <p:nvPr/>
        </p:nvSpPr>
        <p:spPr>
          <a:xfrm flipH="1">
            <a:off x="1158450" y="1403425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21000">
                <a:schemeClr val="lt2"/>
              </a:gs>
              <a:gs pos="49000">
                <a:schemeClr val="accent1"/>
              </a:gs>
              <a:gs pos="75000">
                <a:schemeClr val="accent3"/>
              </a:gs>
              <a:gs pos="100000">
                <a:schemeClr val="accent4"/>
              </a:gs>
            </a:gsLst>
            <a:lin ang="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63" name="Google Shape;2263;p158"/>
          <p:cNvSpPr/>
          <p:nvPr/>
        </p:nvSpPr>
        <p:spPr>
          <a:xfrm flipH="1">
            <a:off x="1158450" y="1549150"/>
            <a:ext cx="279900" cy="18900"/>
          </a:xfrm>
          <a:prstGeom prst="rect">
            <a:avLst/>
          </a:prstGeom>
          <a:gradFill>
            <a:gsLst>
              <a:gs pos="0">
                <a:schemeClr val="accent2"/>
              </a:gs>
              <a:gs pos="37000">
                <a:schemeClr val="lt2"/>
              </a:gs>
              <a:gs pos="92000">
                <a:schemeClr val="accent1"/>
              </a:gs>
              <a:gs pos="100000">
                <a:schemeClr val="accent1"/>
              </a:gs>
            </a:gsLst>
            <a:lin ang="10801400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2264" name="Google Shape;2264;p158" title="kriptologiya.jp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971" r="22977" t="0"/>
          <a:stretch/>
        </p:blipFill>
        <p:spPr>
          <a:xfrm>
            <a:off x="1200750" y="987552"/>
            <a:ext cx="1649400" cy="1649400"/>
          </a:xfrm>
          <a:prstGeom prst="ellipse">
            <a:avLst/>
          </a:prstGeom>
        </p:spPr>
      </p:pic>
      <p:pic>
        <p:nvPicPr>
          <p:cNvPr id="2265" name="Google Shape;2265;p158" title="kriptoanaliz.jp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4578" l="0" r="0" t="4569"/>
          <a:stretch/>
        </p:blipFill>
        <p:spPr>
          <a:xfrm>
            <a:off x="3747300" y="921988"/>
            <a:ext cx="1649400" cy="1649400"/>
          </a:xfrm>
          <a:prstGeom prst="ellipse">
            <a:avLst/>
          </a:prstGeom>
        </p:spPr>
      </p:pic>
      <p:pic>
        <p:nvPicPr>
          <p:cNvPr id="2266" name="Google Shape;2266;p158" title="elektrik_imzo.jpg"/>
          <p:cNvPicPr preferRelativeResize="0"/>
          <p:nvPr>
            <p:ph idx="4" type="pic"/>
          </p:nvPr>
        </p:nvPicPr>
        <p:blipFill rotWithShape="1">
          <a:blip r:embed="rId5">
            <a:alphaModFix/>
          </a:blip>
          <a:srcRect b="0" l="16703" r="16696" t="0"/>
          <a:stretch/>
        </p:blipFill>
        <p:spPr>
          <a:xfrm>
            <a:off x="6080650" y="941438"/>
            <a:ext cx="1649400" cy="1649400"/>
          </a:xfrm>
          <a:prstGeom prst="ellipse">
            <a:avLst/>
          </a:prstGeom>
        </p:spPr>
      </p:pic>
      <p:sp>
        <p:nvSpPr>
          <p:cNvPr id="2267" name="Google Shape;2267;p158"/>
          <p:cNvSpPr txBox="1"/>
          <p:nvPr>
            <p:ph idx="1" type="subTitle"/>
          </p:nvPr>
        </p:nvSpPr>
        <p:spPr>
          <a:xfrm>
            <a:off x="947750" y="3353900"/>
            <a:ext cx="2086800" cy="85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Ma’lumotlarni maxfiy va xavfsiz shaklda uzatish va saqlash usullarini o‘rganuvchi fan.</a:t>
            </a:r>
            <a:endParaRPr sz="1200"/>
          </a:p>
        </p:txBody>
      </p:sp>
      <p:sp>
        <p:nvSpPr>
          <p:cNvPr id="2268" name="Google Shape;2268;p158"/>
          <p:cNvSpPr txBox="1"/>
          <p:nvPr>
            <p:ph idx="5" type="title"/>
          </p:nvPr>
        </p:nvSpPr>
        <p:spPr>
          <a:xfrm>
            <a:off x="1111850" y="2810850"/>
            <a:ext cx="1758600" cy="5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Kriptografiya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2269" name="Google Shape;2269;p158"/>
          <p:cNvSpPr txBox="1"/>
          <p:nvPr>
            <p:ph idx="6" type="subTitle"/>
          </p:nvPr>
        </p:nvSpPr>
        <p:spPr>
          <a:xfrm>
            <a:off x="3419700" y="3334900"/>
            <a:ext cx="2304600" cy="11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Shifrlangan ma’lumotni yechish va shifrlash tizimlarining zaif tomonlarini aniqlash usullarini o‘rganuvchi fan.</a:t>
            </a:r>
            <a:endParaRPr sz="1200"/>
          </a:p>
        </p:txBody>
      </p:sp>
      <p:sp>
        <p:nvSpPr>
          <p:cNvPr id="2270" name="Google Shape;2270;p158"/>
          <p:cNvSpPr txBox="1"/>
          <p:nvPr>
            <p:ph idx="7" type="title"/>
          </p:nvPr>
        </p:nvSpPr>
        <p:spPr>
          <a:xfrm>
            <a:off x="3692700" y="2810825"/>
            <a:ext cx="1758600" cy="52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Kriptoanaliz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271" name="Google Shape;2271;p158"/>
          <p:cNvSpPr txBox="1"/>
          <p:nvPr>
            <p:ph idx="8" type="subTitle"/>
          </p:nvPr>
        </p:nvSpPr>
        <p:spPr>
          <a:xfrm>
            <a:off x="5913750" y="3337800"/>
            <a:ext cx="2304600" cy="16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Elektron hujjat yoki ma’lumotning haqiqiyligini va o‘zgartirilmaganligini tasdiqlash uchun ishlatiladigan raqamli imzo.</a:t>
            </a:r>
            <a:endParaRPr sz="1200"/>
          </a:p>
        </p:txBody>
      </p:sp>
      <p:sp>
        <p:nvSpPr>
          <p:cNvPr id="2272" name="Google Shape;2272;p158"/>
          <p:cNvSpPr txBox="1"/>
          <p:nvPr>
            <p:ph idx="9" type="title"/>
          </p:nvPr>
        </p:nvSpPr>
        <p:spPr>
          <a:xfrm>
            <a:off x="5615400" y="2722900"/>
            <a:ext cx="2901300" cy="61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Raqamli elektron imzo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273" name="Google Shape;2273;p158"/>
          <p:cNvSpPr txBox="1"/>
          <p:nvPr>
            <p:ph idx="13" type="title"/>
          </p:nvPr>
        </p:nvSpPr>
        <p:spPr>
          <a:xfrm>
            <a:off x="135950" y="93100"/>
            <a:ext cx="4194300" cy="378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78" name="Google Shape;2278;p159"/>
          <p:cNvCxnSpPr>
            <a:endCxn id="2279" idx="6"/>
          </p:cNvCxnSpPr>
          <p:nvPr/>
        </p:nvCxnSpPr>
        <p:spPr>
          <a:xfrm>
            <a:off x="682838" y="2676633"/>
            <a:ext cx="76413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80" name="Google Shape;2280;p159"/>
          <p:cNvSpPr/>
          <p:nvPr/>
        </p:nvSpPr>
        <p:spPr>
          <a:xfrm>
            <a:off x="2350300" y="2496026"/>
            <a:ext cx="361200" cy="361200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blurRad="328613" rotWithShape="0" algn="bl" dir="2700000" dist="28575">
              <a:schemeClr val="accent3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81" name="Google Shape;2281;p159"/>
          <p:cNvSpPr/>
          <p:nvPr/>
        </p:nvSpPr>
        <p:spPr>
          <a:xfrm>
            <a:off x="4215088" y="2496026"/>
            <a:ext cx="361200" cy="361200"/>
          </a:xfrm>
          <a:prstGeom prst="ellipse">
            <a:avLst/>
          </a:prstGeom>
          <a:solidFill>
            <a:schemeClr val="lt2"/>
          </a:solidFill>
          <a:ln>
            <a:noFill/>
          </a:ln>
          <a:effectLst>
            <a:outerShdw blurRad="342900" rotWithShape="0" algn="bl" dir="5400000" dist="38100">
              <a:schemeClr val="accent1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82" name="Google Shape;2282;p159"/>
          <p:cNvSpPr/>
          <p:nvPr/>
        </p:nvSpPr>
        <p:spPr>
          <a:xfrm>
            <a:off x="621400" y="2496026"/>
            <a:ext cx="361200" cy="361200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>
            <a:outerShdw blurRad="328613" rotWithShape="0" algn="bl" dir="2700000" dist="28575">
              <a:schemeClr val="accent4">
                <a:alpha val="56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83" name="Google Shape;2283;p159"/>
          <p:cNvSpPr/>
          <p:nvPr/>
        </p:nvSpPr>
        <p:spPr>
          <a:xfrm>
            <a:off x="6089013" y="2496033"/>
            <a:ext cx="361200" cy="361200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84" name="Google Shape;2284;p159"/>
          <p:cNvSpPr txBox="1"/>
          <p:nvPr>
            <p:ph idx="5" type="title"/>
          </p:nvPr>
        </p:nvSpPr>
        <p:spPr>
          <a:xfrm>
            <a:off x="3890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285" name="Google Shape;2285;p159"/>
          <p:cNvSpPr txBox="1"/>
          <p:nvPr>
            <p:ph idx="3" type="title"/>
          </p:nvPr>
        </p:nvSpPr>
        <p:spPr>
          <a:xfrm>
            <a:off x="211795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286" name="Google Shape;2286;p159"/>
          <p:cNvSpPr txBox="1"/>
          <p:nvPr>
            <p:ph idx="4" type="title"/>
          </p:nvPr>
        </p:nvSpPr>
        <p:spPr>
          <a:xfrm>
            <a:off x="3987300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287" name="Google Shape;2287;p159"/>
          <p:cNvSpPr txBox="1"/>
          <p:nvPr>
            <p:ph idx="6" type="title"/>
          </p:nvPr>
        </p:nvSpPr>
        <p:spPr>
          <a:xfrm>
            <a:off x="585893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288" name="Google Shape;2288;p159"/>
          <p:cNvSpPr txBox="1"/>
          <p:nvPr>
            <p:ph idx="1" type="body"/>
          </p:nvPr>
        </p:nvSpPr>
        <p:spPr>
          <a:xfrm>
            <a:off x="122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"/>
              <a:t>Internet xavfsizligi, Veb-saytlar va ilovalarda ma’lumotlarni shifrlash orqali xavfsiz aloqa ta’minlanadi</a:t>
            </a:r>
            <a:endParaRPr/>
          </a:p>
        </p:txBody>
      </p:sp>
      <p:sp>
        <p:nvSpPr>
          <p:cNvPr id="2289" name="Google Shape;2289;p159"/>
          <p:cNvSpPr txBox="1"/>
          <p:nvPr>
            <p:ph type="title"/>
          </p:nvPr>
        </p:nvSpPr>
        <p:spPr>
          <a:xfrm>
            <a:off x="115025" y="502775"/>
            <a:ext cx="6487800" cy="11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Kriptografiya qayerlarda qo‘llaniladi?</a:t>
            </a:r>
            <a:endParaRPr/>
          </a:p>
        </p:txBody>
      </p:sp>
      <p:sp>
        <p:nvSpPr>
          <p:cNvPr id="2290" name="Google Shape;2290;p159"/>
          <p:cNvSpPr txBox="1"/>
          <p:nvPr>
            <p:ph idx="8" type="body"/>
          </p:nvPr>
        </p:nvSpPr>
        <p:spPr>
          <a:xfrm>
            <a:off x="3601450" y="2960850"/>
            <a:ext cx="15795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Shaxsiy ma’lumotlar, Parollar va bulutdagi ma’lumotlar shifrlash yordamida himoyalanadi</a:t>
            </a:r>
            <a:endParaRPr/>
          </a:p>
        </p:txBody>
      </p:sp>
      <p:sp>
        <p:nvSpPr>
          <p:cNvPr id="2291" name="Google Shape;2291;p159"/>
          <p:cNvSpPr txBox="1"/>
          <p:nvPr>
            <p:ph idx="9" type="body"/>
          </p:nvPr>
        </p:nvSpPr>
        <p:spPr>
          <a:xfrm>
            <a:off x="5565675" y="2960850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Davlat va harbiy sohalar, Maxfiy xabarlar va razvedka ma’lumotlari shifrlanadi</a:t>
            </a:r>
            <a:endParaRPr/>
          </a:p>
        </p:txBody>
      </p:sp>
      <p:sp>
        <p:nvSpPr>
          <p:cNvPr id="2292" name="Google Shape;2292;p159"/>
          <p:cNvSpPr txBox="1"/>
          <p:nvPr>
            <p:ph idx="14" type="body"/>
          </p:nvPr>
        </p:nvSpPr>
        <p:spPr>
          <a:xfrm>
            <a:off x="1842125" y="2960850"/>
            <a:ext cx="13746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Bank va moliya tizimlari, Onlayn to‘lovlar va kripto-valyutalarda tranzaksiyalar xavfsiz saqlanadi</a:t>
            </a:r>
            <a:endParaRPr/>
          </a:p>
        </p:txBody>
      </p:sp>
      <p:sp>
        <p:nvSpPr>
          <p:cNvPr id="2293" name="Google Shape;2293;p159"/>
          <p:cNvSpPr txBox="1"/>
          <p:nvPr>
            <p:ph idx="2" type="title"/>
          </p:nvPr>
        </p:nvSpPr>
        <p:spPr>
          <a:xfrm>
            <a:off x="135950" y="93100"/>
            <a:ext cx="4194300" cy="378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  <p:sp>
        <p:nvSpPr>
          <p:cNvPr id="2279" name="Google Shape;2279;p159"/>
          <p:cNvSpPr/>
          <p:nvPr/>
        </p:nvSpPr>
        <p:spPr>
          <a:xfrm>
            <a:off x="7962938" y="2496033"/>
            <a:ext cx="361200" cy="361200"/>
          </a:xfrm>
          <a:prstGeom prst="ellipse">
            <a:avLst/>
          </a:prstGeom>
          <a:solidFill>
            <a:srgbClr val="E69138"/>
          </a:solidFill>
          <a:ln>
            <a:noFill/>
          </a:ln>
          <a:effectLst>
            <a:outerShdw blurRad="485775" rotWithShape="0" algn="bl" dir="7800000" dist="76200">
              <a:schemeClr val="accent2">
                <a:alpha val="50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294" name="Google Shape;2294;p159"/>
          <p:cNvSpPr txBox="1"/>
          <p:nvPr>
            <p:ph idx="6" type="title"/>
          </p:nvPr>
        </p:nvSpPr>
        <p:spPr>
          <a:xfrm>
            <a:off x="7730588" y="2031200"/>
            <a:ext cx="825900" cy="3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2295" name="Google Shape;2295;p159"/>
          <p:cNvSpPr txBox="1"/>
          <p:nvPr>
            <p:ph idx="9" type="body"/>
          </p:nvPr>
        </p:nvSpPr>
        <p:spPr>
          <a:xfrm>
            <a:off x="7399700" y="3037125"/>
            <a:ext cx="14877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Elektron imzo va hujjatlar, Raqamli imzo orqali hujjatlar buzilmasligini ta’minlash mumkin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9" name="Shape 2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0" name="Google Shape;2300;p160"/>
          <p:cNvSpPr/>
          <p:nvPr/>
        </p:nvSpPr>
        <p:spPr>
          <a:xfrm rot="5400000">
            <a:off x="2652819" y="1575525"/>
            <a:ext cx="482400" cy="765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1" name="Google Shape;2301;p160"/>
          <p:cNvSpPr/>
          <p:nvPr/>
        </p:nvSpPr>
        <p:spPr>
          <a:xfrm rot="5400000">
            <a:off x="538347" y="1575525"/>
            <a:ext cx="482400" cy="765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2" name="Google Shape;2302;p160"/>
          <p:cNvSpPr/>
          <p:nvPr/>
        </p:nvSpPr>
        <p:spPr>
          <a:xfrm rot="5400000">
            <a:off x="4906413" y="1575525"/>
            <a:ext cx="482400" cy="765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3" name="Google Shape;2303;p160"/>
          <p:cNvSpPr/>
          <p:nvPr/>
        </p:nvSpPr>
        <p:spPr>
          <a:xfrm rot="5400000">
            <a:off x="7068399" y="1575525"/>
            <a:ext cx="482400" cy="765000"/>
          </a:xfrm>
          <a:prstGeom prst="round2SameRect">
            <a:avLst>
              <a:gd fmla="val 50000" name="adj1"/>
              <a:gd fmla="val 0" name="adj2"/>
            </a:avLst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304" name="Google Shape;2304;p160"/>
          <p:cNvSpPr txBox="1"/>
          <p:nvPr>
            <p:ph type="title"/>
          </p:nvPr>
        </p:nvSpPr>
        <p:spPr>
          <a:xfrm>
            <a:off x="235575" y="2275460"/>
            <a:ext cx="18921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Simmetrik shifrlash</a:t>
            </a:r>
            <a:endParaRPr/>
          </a:p>
        </p:txBody>
      </p:sp>
      <p:sp>
        <p:nvSpPr>
          <p:cNvPr id="2305" name="Google Shape;2305;p160"/>
          <p:cNvSpPr txBox="1"/>
          <p:nvPr>
            <p:ph idx="2" type="title"/>
          </p:nvPr>
        </p:nvSpPr>
        <p:spPr>
          <a:xfrm>
            <a:off x="2420026" y="2237335"/>
            <a:ext cx="20979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Asimmetrik shifrlash</a:t>
            </a:r>
            <a:endParaRPr/>
          </a:p>
        </p:txBody>
      </p:sp>
      <p:sp>
        <p:nvSpPr>
          <p:cNvPr id="2306" name="Google Shape;2306;p160"/>
          <p:cNvSpPr txBox="1"/>
          <p:nvPr>
            <p:ph idx="3" type="title"/>
          </p:nvPr>
        </p:nvSpPr>
        <p:spPr>
          <a:xfrm>
            <a:off x="4604478" y="2275435"/>
            <a:ext cx="18921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Hesh Funksiyalar</a:t>
            </a:r>
            <a:endParaRPr/>
          </a:p>
        </p:txBody>
      </p:sp>
      <p:sp>
        <p:nvSpPr>
          <p:cNvPr id="2307" name="Google Shape;2307;p160"/>
          <p:cNvSpPr txBox="1"/>
          <p:nvPr>
            <p:ph idx="4" type="title"/>
          </p:nvPr>
        </p:nvSpPr>
        <p:spPr>
          <a:xfrm>
            <a:off x="6810527" y="2275435"/>
            <a:ext cx="2097900" cy="520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Raqamli elektron imzo</a:t>
            </a:r>
            <a:endParaRPr/>
          </a:p>
        </p:txBody>
      </p:sp>
      <p:sp>
        <p:nvSpPr>
          <p:cNvPr id="2308" name="Google Shape;2308;p160"/>
          <p:cNvSpPr txBox="1"/>
          <p:nvPr>
            <p:ph idx="1" type="subTitle"/>
          </p:nvPr>
        </p:nvSpPr>
        <p:spPr>
          <a:xfrm>
            <a:off x="2235900" y="278100"/>
            <a:ext cx="3904200" cy="56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Kriptografiya asosan quyidagi to’rtta bo’limlarga bo’linadi</a:t>
            </a:r>
            <a:endParaRPr sz="1300"/>
          </a:p>
        </p:txBody>
      </p:sp>
      <p:sp>
        <p:nvSpPr>
          <p:cNvPr id="2309" name="Google Shape;2309;p160"/>
          <p:cNvSpPr txBox="1"/>
          <p:nvPr>
            <p:ph idx="17" type="title"/>
          </p:nvPr>
        </p:nvSpPr>
        <p:spPr>
          <a:xfrm>
            <a:off x="38100" y="319650"/>
            <a:ext cx="1971300" cy="482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Kriptografiya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0" name="Google Shape;2310;p160"/>
          <p:cNvSpPr txBox="1"/>
          <p:nvPr>
            <p:ph idx="6" type="body"/>
          </p:nvPr>
        </p:nvSpPr>
        <p:spPr>
          <a:xfrm>
            <a:off x="235635" y="2795658"/>
            <a:ext cx="18921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Simmetrik shifrlash — bu bir xil kalit yordamida ma’lumotni shifrlash va shifrni ochish jarayoni. Shifrlash va deshifrlash uchun bir xil sirli kalit ishlatiladi.</a:t>
            </a:r>
            <a:endParaRPr sz="1100"/>
          </a:p>
        </p:txBody>
      </p:sp>
      <p:sp>
        <p:nvSpPr>
          <p:cNvPr id="2311" name="Google Shape;2311;p160"/>
          <p:cNvSpPr txBox="1"/>
          <p:nvPr>
            <p:ph idx="7" type="body"/>
          </p:nvPr>
        </p:nvSpPr>
        <p:spPr>
          <a:xfrm>
            <a:off x="2420026" y="2795658"/>
            <a:ext cx="18921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" sz="1100"/>
              <a:t>Assimmetrik shifrlash – ma’lumotni shifrlash va ochish uchun ikki turdagi kalit ishlatiladigan usul. Ochiq kalit bilan ma’lumot shifrlanadi, yopiq kalit bilan esa ochiladi. </a:t>
            </a:r>
            <a:endParaRPr sz="1100"/>
          </a:p>
        </p:txBody>
      </p:sp>
      <p:sp>
        <p:nvSpPr>
          <p:cNvPr id="2312" name="Google Shape;2312;p160"/>
          <p:cNvSpPr txBox="1"/>
          <p:nvPr>
            <p:ph idx="8" type="body"/>
          </p:nvPr>
        </p:nvSpPr>
        <p:spPr>
          <a:xfrm>
            <a:off x="4604478" y="2795658"/>
            <a:ext cx="18921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Hesh funksiyalar ma’lumotni qabul qilib, ma’lum uzunlikdagi hash qiymatiga aylantiradi. Bir xil ma’lumot har doim bir xil hash beradi, lekin kichik o‘zgarish hashni butunlay o‘zgartiradi. </a:t>
            </a:r>
            <a:endParaRPr sz="1100"/>
          </a:p>
        </p:txBody>
      </p:sp>
      <p:sp>
        <p:nvSpPr>
          <p:cNvPr id="2313" name="Google Shape;2313;p160"/>
          <p:cNvSpPr txBox="1"/>
          <p:nvPr>
            <p:ph idx="9" type="body"/>
          </p:nvPr>
        </p:nvSpPr>
        <p:spPr>
          <a:xfrm>
            <a:off x="6810527" y="2795658"/>
            <a:ext cx="1892100" cy="1674300"/>
          </a:xfrm>
          <a:prstGeom prst="rect">
            <a:avLst/>
          </a:prstGeom>
        </p:spPr>
        <p:txBody>
          <a:bodyPr anchorCtr="0" anchor="t" bIns="91425" lIns="91425" spcFirstLastPara="1" rIns="0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Raqamli elektron imzo ma’lumot yoki hujjat asl egasidan ekanligini va o‘zgarmaganini tasdiqlash usuli. Yuboruvchi yopiq kalit bilan imzo yaratadi, qabul qiluvchi ochiq kalit bilan tekshiradi.</a:t>
            </a:r>
            <a:endParaRPr sz="1100"/>
          </a:p>
        </p:txBody>
      </p:sp>
      <p:sp>
        <p:nvSpPr>
          <p:cNvPr id="2314" name="Google Shape;2314;p160"/>
          <p:cNvSpPr txBox="1"/>
          <p:nvPr>
            <p:ph idx="13" type="title"/>
          </p:nvPr>
        </p:nvSpPr>
        <p:spPr>
          <a:xfrm>
            <a:off x="397042" y="1716838"/>
            <a:ext cx="7650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315" name="Google Shape;2315;p160"/>
          <p:cNvSpPr txBox="1"/>
          <p:nvPr>
            <p:ph idx="14" type="title"/>
          </p:nvPr>
        </p:nvSpPr>
        <p:spPr>
          <a:xfrm>
            <a:off x="2511529" y="1716838"/>
            <a:ext cx="7650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316" name="Google Shape;2316;p160"/>
          <p:cNvSpPr txBox="1"/>
          <p:nvPr>
            <p:ph idx="15" type="title"/>
          </p:nvPr>
        </p:nvSpPr>
        <p:spPr>
          <a:xfrm>
            <a:off x="4765108" y="1716838"/>
            <a:ext cx="7650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317" name="Google Shape;2317;p160"/>
          <p:cNvSpPr txBox="1"/>
          <p:nvPr>
            <p:ph idx="16" type="title"/>
          </p:nvPr>
        </p:nvSpPr>
        <p:spPr>
          <a:xfrm>
            <a:off x="6927094" y="1716838"/>
            <a:ext cx="765000" cy="4824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318" name="Google Shape;2318;p160"/>
          <p:cNvSpPr txBox="1"/>
          <p:nvPr>
            <p:ph idx="13" type="title"/>
          </p:nvPr>
        </p:nvSpPr>
        <p:spPr>
          <a:xfrm>
            <a:off x="0" y="39600"/>
            <a:ext cx="3555900" cy="378000"/>
          </a:xfrm>
          <a:prstGeom prst="rect">
            <a:avLst/>
          </a:prstGeom>
        </p:spPr>
        <p:txBody>
          <a:bodyPr anchorCtr="0" anchor="t" bIns="91425" lIns="91425" spcFirstLastPara="1" rIns="137150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2" name="Shape 2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3" name="Google Shape;2323;p161"/>
          <p:cNvSpPr txBox="1"/>
          <p:nvPr>
            <p:ph idx="2"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Simmetrik shifrlash</a:t>
            </a:r>
            <a:endParaRPr/>
          </a:p>
        </p:txBody>
      </p:sp>
      <p:pic>
        <p:nvPicPr>
          <p:cNvPr id="2324" name="Google Shape;2324;p1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438" y="1956800"/>
            <a:ext cx="8239125" cy="1847850"/>
          </a:xfrm>
          <a:prstGeom prst="rect">
            <a:avLst/>
          </a:prstGeom>
          <a:noFill/>
          <a:ln>
            <a:noFill/>
          </a:ln>
        </p:spPr>
      </p:pic>
      <p:sp>
        <p:nvSpPr>
          <p:cNvPr id="2325" name="Google Shape;2325;p161"/>
          <p:cNvSpPr txBox="1"/>
          <p:nvPr>
            <p:ph type="title"/>
          </p:nvPr>
        </p:nvSpPr>
        <p:spPr>
          <a:xfrm>
            <a:off x="0" y="39600"/>
            <a:ext cx="3971400" cy="378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9" name="Shape 2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0" name="Google Shape;2330;p162"/>
          <p:cNvSpPr txBox="1"/>
          <p:nvPr>
            <p:ph idx="2" type="title"/>
          </p:nvPr>
        </p:nvSpPr>
        <p:spPr>
          <a:xfrm>
            <a:off x="115025" y="502775"/>
            <a:ext cx="5829000" cy="68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Asimmetrik shifrlash</a:t>
            </a:r>
            <a:endParaRPr/>
          </a:p>
        </p:txBody>
      </p:sp>
      <p:sp>
        <p:nvSpPr>
          <p:cNvPr id="2331" name="Google Shape;2331;p162"/>
          <p:cNvSpPr txBox="1"/>
          <p:nvPr>
            <p:ph type="title"/>
          </p:nvPr>
        </p:nvSpPr>
        <p:spPr>
          <a:xfrm>
            <a:off x="0" y="39600"/>
            <a:ext cx="3971400" cy="378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  <p:pic>
        <p:nvPicPr>
          <p:cNvPr id="2332" name="Google Shape;2332;p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50" y="1327700"/>
            <a:ext cx="8839201" cy="3428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36" name="Shape 2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7" name="Google Shape;2337;p163"/>
          <p:cNvSpPr txBox="1"/>
          <p:nvPr>
            <p:ph idx="2" type="title"/>
          </p:nvPr>
        </p:nvSpPr>
        <p:spPr>
          <a:xfrm>
            <a:off x="115025" y="502775"/>
            <a:ext cx="88005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Simmetrik va Assimetrik shifrlash taqqoslash</a:t>
            </a:r>
            <a:endParaRPr sz="3000"/>
          </a:p>
        </p:txBody>
      </p:sp>
      <p:sp>
        <p:nvSpPr>
          <p:cNvPr id="2338" name="Google Shape;2338;p163"/>
          <p:cNvSpPr txBox="1"/>
          <p:nvPr>
            <p:ph type="title"/>
          </p:nvPr>
        </p:nvSpPr>
        <p:spPr>
          <a:xfrm>
            <a:off x="0" y="39600"/>
            <a:ext cx="3971400" cy="378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  <p:pic>
        <p:nvPicPr>
          <p:cNvPr id="2339" name="Google Shape;2339;p1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3950" y="1188238"/>
            <a:ext cx="6536098" cy="3652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164"/>
          <p:cNvSpPr/>
          <p:nvPr/>
        </p:nvSpPr>
        <p:spPr>
          <a:xfrm>
            <a:off x="6450463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45" name="Google Shape;2345;p164"/>
          <p:cNvSpPr/>
          <p:nvPr/>
        </p:nvSpPr>
        <p:spPr>
          <a:xfrm>
            <a:off x="2721150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46" name="Google Shape;2346;p164"/>
          <p:cNvSpPr/>
          <p:nvPr/>
        </p:nvSpPr>
        <p:spPr>
          <a:xfrm>
            <a:off x="4577544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47" name="Google Shape;2347;p164"/>
          <p:cNvSpPr/>
          <p:nvPr/>
        </p:nvSpPr>
        <p:spPr>
          <a:xfrm>
            <a:off x="857838" y="1068125"/>
            <a:ext cx="2006700" cy="34779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48" name="Google Shape;2348;p164"/>
          <p:cNvSpPr/>
          <p:nvPr/>
        </p:nvSpPr>
        <p:spPr>
          <a:xfrm>
            <a:off x="6450481" y="1068125"/>
            <a:ext cx="2006700" cy="34779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77000">
                <a:schemeClr val="accent1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49" name="Google Shape;2349;p164"/>
          <p:cNvSpPr txBox="1"/>
          <p:nvPr>
            <p:ph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 funksiyalar</a:t>
            </a:r>
            <a:endParaRPr/>
          </a:p>
        </p:txBody>
      </p:sp>
      <p:sp>
        <p:nvSpPr>
          <p:cNvPr id="2350" name="Google Shape;2350;p164"/>
          <p:cNvSpPr txBox="1"/>
          <p:nvPr>
            <p:ph idx="1" type="subTitle"/>
          </p:nvPr>
        </p:nvSpPr>
        <p:spPr>
          <a:xfrm>
            <a:off x="2167799" y="362100"/>
            <a:ext cx="39042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Hesh funksiyalarining asosiy xususiyatlari</a:t>
            </a:r>
            <a:endParaRPr sz="1300"/>
          </a:p>
        </p:txBody>
      </p:sp>
      <p:sp>
        <p:nvSpPr>
          <p:cNvPr id="2351" name="Google Shape;2351;p164"/>
          <p:cNvSpPr txBox="1"/>
          <p:nvPr>
            <p:ph idx="13" type="subTitle"/>
          </p:nvPr>
        </p:nvSpPr>
        <p:spPr>
          <a:xfrm>
            <a:off x="1078938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Bir tomonlama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352" name="Google Shape;2352;p164"/>
          <p:cNvSpPr txBox="1"/>
          <p:nvPr>
            <p:ph idx="3" type="subTitle"/>
          </p:nvPr>
        </p:nvSpPr>
        <p:spPr>
          <a:xfrm>
            <a:off x="1085850" y="2439925"/>
            <a:ext cx="1564500" cy="200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Hesh funksiyasi natijasidan asl dastlabki ma’lumotni qayta tiklash amalda imkonsiz. </a:t>
            </a:r>
            <a:endParaRPr sz="1200"/>
          </a:p>
        </p:txBody>
      </p:sp>
      <p:sp>
        <p:nvSpPr>
          <p:cNvPr id="2353" name="Google Shape;2353;p164"/>
          <p:cNvSpPr txBox="1"/>
          <p:nvPr>
            <p:ph idx="18" type="title"/>
          </p:nvPr>
        </p:nvSpPr>
        <p:spPr>
          <a:xfrm>
            <a:off x="228600" y="4774929"/>
            <a:ext cx="1939200" cy="18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Year/Quarter/Month</a:t>
            </a:r>
            <a:endParaRPr/>
          </a:p>
        </p:txBody>
      </p:sp>
      <p:sp>
        <p:nvSpPr>
          <p:cNvPr id="2354" name="Google Shape;2354;p164"/>
          <p:cNvSpPr txBox="1"/>
          <p:nvPr>
            <p:ph idx="2" type="subTitle"/>
          </p:nvPr>
        </p:nvSpPr>
        <p:spPr>
          <a:xfrm>
            <a:off x="2942250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Kichik o‘zgarish katta farq keltiradi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355" name="Google Shape;2355;p164"/>
          <p:cNvSpPr txBox="1"/>
          <p:nvPr>
            <p:ph idx="5" type="subTitle"/>
          </p:nvPr>
        </p:nvSpPr>
        <p:spPr>
          <a:xfrm>
            <a:off x="2938807" y="2439925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Kiritma matndagi hatto bitta belgini o‘zgartirish ham natijani butunlay boshqa heshga aylantiradi.</a:t>
            </a:r>
            <a:endParaRPr sz="1200"/>
          </a:p>
        </p:txBody>
      </p:sp>
      <p:sp>
        <p:nvSpPr>
          <p:cNvPr id="2356" name="Google Shape;2356;p164"/>
          <p:cNvSpPr txBox="1"/>
          <p:nvPr>
            <p:ph idx="4" type="subTitle"/>
          </p:nvPr>
        </p:nvSpPr>
        <p:spPr>
          <a:xfrm>
            <a:off x="4798644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Natija uzunligi har doim bir xil bo‘ladi</a:t>
            </a:r>
            <a:endParaRPr>
              <a:solidFill>
                <a:schemeClr val="accent3"/>
              </a:solidFill>
            </a:endParaRPr>
          </a:p>
        </p:txBody>
      </p:sp>
      <p:sp>
        <p:nvSpPr>
          <p:cNvPr id="2357" name="Google Shape;2357;p164"/>
          <p:cNvSpPr txBox="1"/>
          <p:nvPr>
            <p:ph idx="7" type="subTitle"/>
          </p:nvPr>
        </p:nvSpPr>
        <p:spPr>
          <a:xfrm>
            <a:off x="4806909" y="2439925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Kiritma ma’lumot nechta belgi yoki qanday uzunlikda bo‘lishidan qat’i nazar, natija uzunligi bir xil bo‘ladi.</a:t>
            </a:r>
            <a:endParaRPr sz="1200"/>
          </a:p>
        </p:txBody>
      </p:sp>
      <p:sp>
        <p:nvSpPr>
          <p:cNvPr id="2358" name="Google Shape;2358;p164"/>
          <p:cNvSpPr txBox="1"/>
          <p:nvPr>
            <p:ph idx="6" type="subTitle"/>
          </p:nvPr>
        </p:nvSpPr>
        <p:spPr>
          <a:xfrm>
            <a:off x="6671581" y="1877700"/>
            <a:ext cx="1564500" cy="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IBM Plex Sans SemiBold"/>
                <a:ea typeface="IBM Plex Sans SemiBold"/>
                <a:cs typeface="IBM Plex Sans SemiBold"/>
                <a:sym typeface="IBM Plex Sans SemiBold"/>
              </a:rPr>
              <a:t>Kolliziya ehtimoli juda past</a:t>
            </a:r>
            <a:endParaRPr>
              <a:solidFill>
                <a:schemeClr val="lt1"/>
              </a:solidFill>
              <a:latin typeface="IBM Plex Sans SemiBold"/>
              <a:ea typeface="IBM Plex Sans SemiBold"/>
              <a:cs typeface="IBM Plex Sans SemiBold"/>
              <a:sym typeface="IBM Plex Sans SemiBold"/>
            </a:endParaRPr>
          </a:p>
        </p:txBody>
      </p:sp>
      <p:sp>
        <p:nvSpPr>
          <p:cNvPr id="2359" name="Google Shape;2359;p164"/>
          <p:cNvSpPr txBox="1"/>
          <p:nvPr>
            <p:ph idx="8" type="subTitle"/>
          </p:nvPr>
        </p:nvSpPr>
        <p:spPr>
          <a:xfrm>
            <a:off x="6671579" y="2330400"/>
            <a:ext cx="1564500" cy="164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Sora"/>
                <a:ea typeface="Sora"/>
                <a:cs typeface="Sora"/>
                <a:sym typeface="Sora"/>
              </a:rPr>
              <a:t>Turli ma’lumotlarning bir xil hesh berib qolishi nazariy jihatdan mumkin bo‘lsa ham, ehtimoli nihoyatda kichik.</a:t>
            </a:r>
            <a:endParaRPr sz="12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60" name="Google Shape;2360;p164"/>
          <p:cNvSpPr txBox="1"/>
          <p:nvPr>
            <p:ph idx="17" type="title"/>
          </p:nvPr>
        </p:nvSpPr>
        <p:spPr>
          <a:xfrm>
            <a:off x="162465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2361" name="Google Shape;2361;p164"/>
          <p:cNvSpPr txBox="1"/>
          <p:nvPr>
            <p:ph idx="14" type="title"/>
          </p:nvPr>
        </p:nvSpPr>
        <p:spPr>
          <a:xfrm>
            <a:off x="3484500" y="1377875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2362" name="Google Shape;2362;p164"/>
          <p:cNvSpPr txBox="1"/>
          <p:nvPr>
            <p:ph idx="16" type="title"/>
          </p:nvPr>
        </p:nvSpPr>
        <p:spPr>
          <a:xfrm>
            <a:off x="534435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2363" name="Google Shape;2363;p164"/>
          <p:cNvSpPr txBox="1"/>
          <p:nvPr>
            <p:ph idx="15" type="title"/>
          </p:nvPr>
        </p:nvSpPr>
        <p:spPr>
          <a:xfrm>
            <a:off x="7204200" y="1411200"/>
            <a:ext cx="473100" cy="39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2364" name="Google Shape;2364;p164"/>
          <p:cNvSpPr txBox="1"/>
          <p:nvPr>
            <p:ph idx="9" type="title"/>
          </p:nvPr>
        </p:nvSpPr>
        <p:spPr>
          <a:xfrm>
            <a:off x="0" y="39600"/>
            <a:ext cx="3971400" cy="378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8" name="Shape 2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Google Shape;2369;p165"/>
          <p:cNvSpPr txBox="1"/>
          <p:nvPr>
            <p:ph type="title"/>
          </p:nvPr>
        </p:nvSpPr>
        <p:spPr>
          <a:xfrm>
            <a:off x="96025" y="1206300"/>
            <a:ext cx="6507000" cy="18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Autentifikatsiya usullari va ularning axborot xavfsizligidagi o‘rni.</a:t>
            </a:r>
            <a:endParaRPr/>
          </a:p>
        </p:txBody>
      </p:sp>
      <p:sp>
        <p:nvSpPr>
          <p:cNvPr id="2370" name="Google Shape;2370;p165"/>
          <p:cNvSpPr txBox="1"/>
          <p:nvPr>
            <p:ph idx="1" type="subTitle"/>
          </p:nvPr>
        </p:nvSpPr>
        <p:spPr>
          <a:xfrm>
            <a:off x="115025" y="3062925"/>
            <a:ext cx="3759600" cy="165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rgbClr val="434343"/>
                </a:solidFill>
              </a:rPr>
              <a:t>Autentifikatsiya nima?</a:t>
            </a:r>
            <a:endParaRPr b="1" sz="1100">
              <a:solidFill>
                <a:srgbClr val="434343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">
                <a:latin typeface="Sora Light"/>
                <a:ea typeface="Sora Light"/>
                <a:cs typeface="Sora Light"/>
                <a:sym typeface="Sora Light"/>
              </a:rPr>
              <a:t>Autentifikatsiya – tizimga kirayotgan foydalanuvchining haqiqiyligini tasdiqlash jarayonidir. Parol, biometrik ma’lumot, kod yoki token kabi usullar orqali foydalanuvchi shaxsi aniqlanadi. Bu axborot tizimlarida ruxsatsiz kirishning oldini olib, ma’lumotlarning xavfsizligini ta’minlaydi.</a:t>
            </a:r>
            <a:endParaRPr>
              <a:latin typeface="Sora Light"/>
              <a:ea typeface="Sora Light"/>
              <a:cs typeface="Sora Light"/>
              <a:sym typeface="Sora Light"/>
            </a:endParaRPr>
          </a:p>
        </p:txBody>
      </p:sp>
      <p:sp>
        <p:nvSpPr>
          <p:cNvPr id="2371" name="Google Shape;2371;p165"/>
          <p:cNvSpPr txBox="1"/>
          <p:nvPr>
            <p:ph idx="2" type="title"/>
          </p:nvPr>
        </p:nvSpPr>
        <p:spPr>
          <a:xfrm>
            <a:off x="38100" y="93150"/>
            <a:ext cx="4194300" cy="378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166"/>
          <p:cNvSpPr/>
          <p:nvPr/>
        </p:nvSpPr>
        <p:spPr>
          <a:xfrm rot="10800000">
            <a:off x="778825" y="1596303"/>
            <a:ext cx="700221" cy="1480335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77" name="Google Shape;2377;p166"/>
          <p:cNvSpPr/>
          <p:nvPr/>
        </p:nvSpPr>
        <p:spPr>
          <a:xfrm>
            <a:off x="811544" y="3203396"/>
            <a:ext cx="3657300" cy="1480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78" name="Google Shape;2378;p166"/>
          <p:cNvSpPr/>
          <p:nvPr/>
        </p:nvSpPr>
        <p:spPr>
          <a:xfrm rot="10800000">
            <a:off x="778825" y="3203390"/>
            <a:ext cx="700221" cy="1480335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79" name="Google Shape;2379;p166"/>
          <p:cNvSpPr/>
          <p:nvPr/>
        </p:nvSpPr>
        <p:spPr>
          <a:xfrm>
            <a:off x="4613977" y="1596250"/>
            <a:ext cx="3657300" cy="1480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80" name="Google Shape;2380;p166"/>
          <p:cNvSpPr/>
          <p:nvPr/>
        </p:nvSpPr>
        <p:spPr>
          <a:xfrm rot="10800000">
            <a:off x="4584017" y="1596303"/>
            <a:ext cx="684474" cy="1480335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81" name="Google Shape;2381;p166"/>
          <p:cNvSpPr/>
          <p:nvPr/>
        </p:nvSpPr>
        <p:spPr>
          <a:xfrm>
            <a:off x="4613977" y="3203396"/>
            <a:ext cx="3657300" cy="1480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82" name="Google Shape;2382;p166"/>
          <p:cNvSpPr/>
          <p:nvPr/>
        </p:nvSpPr>
        <p:spPr>
          <a:xfrm rot="10800000">
            <a:off x="4576094" y="3203390"/>
            <a:ext cx="700221" cy="1480335"/>
          </a:xfrm>
          <a:custGeom>
            <a:rect b="b" l="l" r="r" t="t"/>
            <a:pathLst>
              <a:path extrusionOk="0" h="50476" w="25297">
                <a:moveTo>
                  <a:pt x="1" y="1"/>
                </a:moveTo>
                <a:lnTo>
                  <a:pt x="1" y="50475"/>
                </a:lnTo>
                <a:lnTo>
                  <a:pt x="2694" y="50358"/>
                </a:lnTo>
                <a:lnTo>
                  <a:pt x="5154" y="50007"/>
                </a:lnTo>
                <a:lnTo>
                  <a:pt x="7613" y="49304"/>
                </a:lnTo>
                <a:lnTo>
                  <a:pt x="9838" y="48484"/>
                </a:lnTo>
                <a:lnTo>
                  <a:pt x="12063" y="47430"/>
                </a:lnTo>
                <a:lnTo>
                  <a:pt x="14171" y="46142"/>
                </a:lnTo>
                <a:lnTo>
                  <a:pt x="16162" y="44737"/>
                </a:lnTo>
                <a:lnTo>
                  <a:pt x="17919" y="43097"/>
                </a:lnTo>
                <a:lnTo>
                  <a:pt x="19558" y="41341"/>
                </a:lnTo>
                <a:lnTo>
                  <a:pt x="20964" y="39350"/>
                </a:lnTo>
                <a:lnTo>
                  <a:pt x="22252" y="37242"/>
                </a:lnTo>
                <a:lnTo>
                  <a:pt x="23306" y="35017"/>
                </a:lnTo>
                <a:lnTo>
                  <a:pt x="24126" y="32792"/>
                </a:lnTo>
                <a:lnTo>
                  <a:pt x="24828" y="30332"/>
                </a:lnTo>
                <a:lnTo>
                  <a:pt x="25180" y="27873"/>
                </a:lnTo>
                <a:lnTo>
                  <a:pt x="25297" y="25296"/>
                </a:lnTo>
                <a:lnTo>
                  <a:pt x="25180" y="22720"/>
                </a:lnTo>
                <a:lnTo>
                  <a:pt x="24828" y="20144"/>
                </a:lnTo>
                <a:lnTo>
                  <a:pt x="24126" y="17801"/>
                </a:lnTo>
                <a:lnTo>
                  <a:pt x="23306" y="15459"/>
                </a:lnTo>
                <a:lnTo>
                  <a:pt x="22252" y="13234"/>
                </a:lnTo>
                <a:lnTo>
                  <a:pt x="20964" y="11126"/>
                </a:lnTo>
                <a:lnTo>
                  <a:pt x="19558" y="9252"/>
                </a:lnTo>
                <a:lnTo>
                  <a:pt x="17919" y="7379"/>
                </a:lnTo>
                <a:lnTo>
                  <a:pt x="16162" y="5739"/>
                </a:lnTo>
                <a:lnTo>
                  <a:pt x="14171" y="4334"/>
                </a:lnTo>
                <a:lnTo>
                  <a:pt x="12063" y="3046"/>
                </a:lnTo>
                <a:lnTo>
                  <a:pt x="9838" y="1992"/>
                </a:lnTo>
                <a:lnTo>
                  <a:pt x="7613" y="1172"/>
                </a:lnTo>
                <a:lnTo>
                  <a:pt x="5154" y="586"/>
                </a:lnTo>
                <a:lnTo>
                  <a:pt x="2694" y="118"/>
                </a:lnTo>
                <a:lnTo>
                  <a:pt x="1" y="1"/>
                </a:lnTo>
                <a:close/>
              </a:path>
            </a:pathLst>
          </a:custGeom>
          <a:gradFill>
            <a:gsLst>
              <a:gs pos="0">
                <a:schemeClr val="accent2"/>
              </a:gs>
              <a:gs pos="58000">
                <a:schemeClr val="lt2"/>
              </a:gs>
              <a:gs pos="100000">
                <a:schemeClr val="lt2"/>
              </a:gs>
            </a:gsLst>
            <a:lin ang="1350003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383" name="Google Shape;2383;p166"/>
          <p:cNvSpPr/>
          <p:nvPr/>
        </p:nvSpPr>
        <p:spPr>
          <a:xfrm>
            <a:off x="778827" y="1596250"/>
            <a:ext cx="3689400" cy="14802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cxnSp>
        <p:nvCxnSpPr>
          <p:cNvPr id="2384" name="Google Shape;2384;p166"/>
          <p:cNvCxnSpPr/>
          <p:nvPr/>
        </p:nvCxnSpPr>
        <p:spPr>
          <a:xfrm>
            <a:off x="1865850" y="392700"/>
            <a:ext cx="0" cy="39030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5" name="Google Shape;2385;p166"/>
          <p:cNvSpPr txBox="1"/>
          <p:nvPr>
            <p:ph idx="8" type="subTitle"/>
          </p:nvPr>
        </p:nvSpPr>
        <p:spPr>
          <a:xfrm>
            <a:off x="1479046" y="3315929"/>
            <a:ext cx="26514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"/>
              <a:t>Tokenga asoslangan</a:t>
            </a:r>
            <a:endParaRPr/>
          </a:p>
        </p:txBody>
      </p:sp>
      <p:sp>
        <p:nvSpPr>
          <p:cNvPr id="2386" name="Google Shape;2386;p166"/>
          <p:cNvSpPr txBox="1"/>
          <p:nvPr>
            <p:ph idx="5" type="title"/>
          </p:nvPr>
        </p:nvSpPr>
        <p:spPr>
          <a:xfrm>
            <a:off x="38100" y="319650"/>
            <a:ext cx="1823100" cy="5202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Autentifikatsiya 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usullari</a:t>
            </a:r>
            <a:endParaRPr/>
          </a:p>
        </p:txBody>
      </p:sp>
      <p:sp>
        <p:nvSpPr>
          <p:cNvPr id="2387" name="Google Shape;2387;p166"/>
          <p:cNvSpPr txBox="1"/>
          <p:nvPr>
            <p:ph idx="6" type="subTitle"/>
          </p:nvPr>
        </p:nvSpPr>
        <p:spPr>
          <a:xfrm>
            <a:off x="2176500" y="319800"/>
            <a:ext cx="3689400" cy="52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Autentifikatsiyaning quyidagi usullari (metodlari) mavjud</a:t>
            </a:r>
            <a:endParaRPr/>
          </a:p>
        </p:txBody>
      </p:sp>
      <p:sp>
        <p:nvSpPr>
          <p:cNvPr id="2388" name="Google Shape;2388;p166"/>
          <p:cNvSpPr txBox="1"/>
          <p:nvPr/>
        </p:nvSpPr>
        <p:spPr>
          <a:xfrm>
            <a:off x="1004515" y="1938866"/>
            <a:ext cx="4509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389" name="Google Shape;2389;p166"/>
          <p:cNvSpPr txBox="1"/>
          <p:nvPr/>
        </p:nvSpPr>
        <p:spPr>
          <a:xfrm>
            <a:off x="4802767" y="1938925"/>
            <a:ext cx="4509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390" name="Google Shape;2390;p166"/>
          <p:cNvSpPr txBox="1"/>
          <p:nvPr/>
        </p:nvSpPr>
        <p:spPr>
          <a:xfrm>
            <a:off x="1004522" y="3546012"/>
            <a:ext cx="4509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391" name="Google Shape;2391;p166"/>
          <p:cNvSpPr txBox="1"/>
          <p:nvPr/>
        </p:nvSpPr>
        <p:spPr>
          <a:xfrm>
            <a:off x="4802774" y="3546012"/>
            <a:ext cx="450900" cy="79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</a:t>
            </a:r>
            <a:endParaRPr sz="1800">
              <a:solidFill>
                <a:schemeClr val="lt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392" name="Google Shape;2392;p166"/>
          <p:cNvSpPr txBox="1"/>
          <p:nvPr>
            <p:ph idx="7" type="subTitle"/>
          </p:nvPr>
        </p:nvSpPr>
        <p:spPr>
          <a:xfrm>
            <a:off x="1479046" y="1708901"/>
            <a:ext cx="2651400" cy="3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Parolga asoslangan</a:t>
            </a:r>
            <a:endParaRPr/>
          </a:p>
        </p:txBody>
      </p:sp>
      <p:sp>
        <p:nvSpPr>
          <p:cNvPr id="2393" name="Google Shape;2393;p166"/>
          <p:cNvSpPr txBox="1"/>
          <p:nvPr>
            <p:ph idx="1" type="body"/>
          </p:nvPr>
        </p:nvSpPr>
        <p:spPr>
          <a:xfrm>
            <a:off x="1479046" y="2111318"/>
            <a:ext cx="29892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Parolga asoslangan autentifikatsiya foydalanuvchining tizimga kirishini tekshirish uchun maxfiy paroldan foydalanishni o‘z ichiga oladi</a:t>
            </a:r>
            <a:r>
              <a:rPr lang="en" sz="1100"/>
              <a:t>.</a:t>
            </a:r>
            <a:endParaRPr sz="1100"/>
          </a:p>
        </p:txBody>
      </p:sp>
      <p:sp>
        <p:nvSpPr>
          <p:cNvPr id="2394" name="Google Shape;2394;p166"/>
          <p:cNvSpPr txBox="1"/>
          <p:nvPr>
            <p:ph idx="9" type="subTitle"/>
          </p:nvPr>
        </p:nvSpPr>
        <p:spPr>
          <a:xfrm>
            <a:off x="5276315" y="1708901"/>
            <a:ext cx="2651400" cy="3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Biometrik</a:t>
            </a:r>
            <a:endParaRPr/>
          </a:p>
        </p:txBody>
      </p:sp>
      <p:sp>
        <p:nvSpPr>
          <p:cNvPr id="2395" name="Google Shape;2395;p166"/>
          <p:cNvSpPr txBox="1"/>
          <p:nvPr>
            <p:ph idx="13" type="subTitle"/>
          </p:nvPr>
        </p:nvSpPr>
        <p:spPr>
          <a:xfrm>
            <a:off x="5276315" y="3315929"/>
            <a:ext cx="2651400" cy="33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Ko’p faktorli</a:t>
            </a:r>
            <a:endParaRPr/>
          </a:p>
        </p:txBody>
      </p:sp>
      <p:sp>
        <p:nvSpPr>
          <p:cNvPr id="2396" name="Google Shape;2396;p166"/>
          <p:cNvSpPr txBox="1"/>
          <p:nvPr>
            <p:ph idx="2" type="body"/>
          </p:nvPr>
        </p:nvSpPr>
        <p:spPr>
          <a:xfrm>
            <a:off x="1479046" y="3718346"/>
            <a:ext cx="29892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Token-ga asoslangan autentifikatsiya foydalanuvchi haqiqiyligini tekshirish uchun maxfiy tokenlardan foydalanadi.</a:t>
            </a:r>
            <a:endParaRPr sz="1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2397" name="Google Shape;2397;p166"/>
          <p:cNvSpPr txBox="1"/>
          <p:nvPr>
            <p:ph idx="3" type="body"/>
          </p:nvPr>
        </p:nvSpPr>
        <p:spPr>
          <a:xfrm>
            <a:off x="5276315" y="2111318"/>
            <a:ext cx="29892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Biometrik autentifikatsiya foydalanuvchining barmoq izi, yuz shakli yoki ovoz kabi noyob xususiyatlari orqali tizimga kirishini tekshiradi.</a:t>
            </a:r>
            <a:endParaRPr sz="1100"/>
          </a:p>
        </p:txBody>
      </p:sp>
      <p:sp>
        <p:nvSpPr>
          <p:cNvPr id="2398" name="Google Shape;2398;p166"/>
          <p:cNvSpPr txBox="1"/>
          <p:nvPr>
            <p:ph idx="4" type="body"/>
          </p:nvPr>
        </p:nvSpPr>
        <p:spPr>
          <a:xfrm>
            <a:off x="5276315" y="3654021"/>
            <a:ext cx="2989200" cy="9654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Ko‘p faktorli autentifikatsiya foydalanuvchining tizimga kirishini parol, token va biometrik ma’lumotlar kabi bir nechta xavfsizlik qatlamlarini birlashtirib tekshiradi.</a:t>
            </a:r>
            <a:endParaRPr sz="1100"/>
          </a:p>
        </p:txBody>
      </p:sp>
      <p:sp>
        <p:nvSpPr>
          <p:cNvPr id="2399" name="Google Shape;2399;p166"/>
          <p:cNvSpPr txBox="1"/>
          <p:nvPr>
            <p:ph type="title"/>
          </p:nvPr>
        </p:nvSpPr>
        <p:spPr>
          <a:xfrm>
            <a:off x="38100" y="35125"/>
            <a:ext cx="4194300" cy="3780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167"/>
          <p:cNvSpPr/>
          <p:nvPr/>
        </p:nvSpPr>
        <p:spPr>
          <a:xfrm rot="-5400000">
            <a:off x="1189700" y="1524794"/>
            <a:ext cx="1253400" cy="3002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05" name="Google Shape;2405;p167"/>
          <p:cNvSpPr/>
          <p:nvPr/>
        </p:nvSpPr>
        <p:spPr>
          <a:xfrm rot="-5400000">
            <a:off x="3945365" y="1524794"/>
            <a:ext cx="1253400" cy="3002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06" name="Google Shape;2406;p167"/>
          <p:cNvSpPr/>
          <p:nvPr/>
        </p:nvSpPr>
        <p:spPr>
          <a:xfrm rot="-5400000">
            <a:off x="1189700" y="2784575"/>
            <a:ext cx="1253400" cy="3002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07" name="Google Shape;2407;p167"/>
          <p:cNvSpPr/>
          <p:nvPr/>
        </p:nvSpPr>
        <p:spPr>
          <a:xfrm rot="-5400000">
            <a:off x="3945365" y="2778289"/>
            <a:ext cx="1253400" cy="3002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08" name="Google Shape;2408;p167"/>
          <p:cNvSpPr/>
          <p:nvPr/>
        </p:nvSpPr>
        <p:spPr>
          <a:xfrm rot="-5400000">
            <a:off x="1189700" y="265105"/>
            <a:ext cx="1253400" cy="3002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09" name="Google Shape;2409;p167"/>
          <p:cNvSpPr/>
          <p:nvPr/>
        </p:nvSpPr>
        <p:spPr>
          <a:xfrm rot="-5400000">
            <a:off x="3945365" y="265166"/>
            <a:ext cx="1253400" cy="30021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10" name="Google Shape;2410;p167"/>
          <p:cNvSpPr/>
          <p:nvPr/>
        </p:nvSpPr>
        <p:spPr>
          <a:xfrm rot="5400000">
            <a:off x="6700900" y="1524761"/>
            <a:ext cx="1253400" cy="3002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11" name="Google Shape;2411;p167"/>
          <p:cNvSpPr/>
          <p:nvPr/>
        </p:nvSpPr>
        <p:spPr>
          <a:xfrm rot="5400000">
            <a:off x="6700900" y="2772525"/>
            <a:ext cx="1253400" cy="3002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12" name="Google Shape;2412;p167"/>
          <p:cNvSpPr/>
          <p:nvPr/>
        </p:nvSpPr>
        <p:spPr>
          <a:xfrm rot="5400000">
            <a:off x="6700900" y="282471"/>
            <a:ext cx="1253400" cy="3002100"/>
          </a:xfrm>
          <a:prstGeom prst="roundRect">
            <a:avLst>
              <a:gd fmla="val 50000" name="adj"/>
            </a:avLst>
          </a:prstGeom>
          <a:gradFill>
            <a:gsLst>
              <a:gs pos="0">
                <a:schemeClr val="accent3"/>
              </a:gs>
              <a:gs pos="35000">
                <a:schemeClr val="accent3"/>
              </a:gs>
              <a:gs pos="100000">
                <a:schemeClr val="accent1"/>
              </a:gs>
            </a:gsLst>
            <a:lin ang="80993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413" name="Google Shape;2413;p167"/>
          <p:cNvSpPr txBox="1"/>
          <p:nvPr>
            <p:ph idx="2" type="title"/>
          </p:nvPr>
        </p:nvSpPr>
        <p:spPr>
          <a:xfrm>
            <a:off x="541873" y="787950"/>
            <a:ext cx="2543100" cy="32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Parolga asoslangan</a:t>
            </a:r>
            <a:endParaRPr/>
          </a:p>
        </p:txBody>
      </p:sp>
      <p:sp>
        <p:nvSpPr>
          <p:cNvPr id="2414" name="Google Shape;2414;p167"/>
          <p:cNvSpPr txBox="1"/>
          <p:nvPr>
            <p:ph idx="3" type="title"/>
          </p:nvPr>
        </p:nvSpPr>
        <p:spPr>
          <a:xfrm>
            <a:off x="3366773" y="787950"/>
            <a:ext cx="2543100" cy="321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Tokenga asoslangan</a:t>
            </a:r>
            <a:endParaRPr/>
          </a:p>
        </p:txBody>
      </p:sp>
      <p:sp>
        <p:nvSpPr>
          <p:cNvPr id="2415" name="Google Shape;2415;p167"/>
          <p:cNvSpPr txBox="1"/>
          <p:nvPr>
            <p:ph idx="4" type="title"/>
          </p:nvPr>
        </p:nvSpPr>
        <p:spPr>
          <a:xfrm>
            <a:off x="6040841" y="787950"/>
            <a:ext cx="2543100" cy="321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biometrik</a:t>
            </a:r>
            <a:endParaRPr/>
          </a:p>
        </p:txBody>
      </p:sp>
      <p:sp>
        <p:nvSpPr>
          <p:cNvPr id="2416" name="Google Shape;2416;p167"/>
          <p:cNvSpPr txBox="1"/>
          <p:nvPr>
            <p:ph idx="20" type="title"/>
          </p:nvPr>
        </p:nvSpPr>
        <p:spPr>
          <a:xfrm>
            <a:off x="38100" y="319650"/>
            <a:ext cx="3116700" cy="4311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Autentifikatsiya usullari</a:t>
            </a:r>
            <a:endParaRPr/>
          </a:p>
        </p:txBody>
      </p:sp>
      <p:sp>
        <p:nvSpPr>
          <p:cNvPr id="2417" name="Google Shape;2417;p167"/>
          <p:cNvSpPr txBox="1"/>
          <p:nvPr>
            <p:ph idx="16" type="title"/>
          </p:nvPr>
        </p:nvSpPr>
        <p:spPr>
          <a:xfrm>
            <a:off x="544753" y="1266376"/>
            <a:ext cx="2543100" cy="9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Foydalanuvchi identifikatsiyasi parol yoki PIN orqali amalga oshiriladi. Eng ko‘p uchraydigan autentifikatsiya turi.</a:t>
            </a:r>
            <a:endParaRPr/>
          </a:p>
        </p:txBody>
      </p:sp>
      <p:sp>
        <p:nvSpPr>
          <p:cNvPr id="2418" name="Google Shape;2418;p167"/>
          <p:cNvSpPr txBox="1"/>
          <p:nvPr>
            <p:ph idx="17" type="title"/>
          </p:nvPr>
        </p:nvSpPr>
        <p:spPr>
          <a:xfrm>
            <a:off x="544753" y="2526065"/>
            <a:ext cx="2543100" cy="9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Afzalliklari: tushunarli va qulay, hech qanday qo‘shimcha dastur yoki uskuna talab qilmaydi, deyarli barcha tizimlarda qo‘llaniladi.</a:t>
            </a:r>
            <a:endParaRPr/>
          </a:p>
        </p:txBody>
      </p:sp>
      <p:sp>
        <p:nvSpPr>
          <p:cNvPr id="2419" name="Google Shape;2419;p167"/>
          <p:cNvSpPr txBox="1"/>
          <p:nvPr>
            <p:ph idx="18" type="title"/>
          </p:nvPr>
        </p:nvSpPr>
        <p:spPr>
          <a:xfrm>
            <a:off x="544753" y="3785846"/>
            <a:ext cx="2543100" cy="9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Kamchiliklari: parolni o‘g‘irlash, taxmin qilish yoki fishing hujumlari orqali qo‘lga kiritish oson; foydalanuvchilarning parol tanlash madaniyati past bo‘lishi xavfsizlikni   pasaytiradi.</a:t>
            </a:r>
            <a:endParaRPr/>
          </a:p>
        </p:txBody>
      </p:sp>
      <p:sp>
        <p:nvSpPr>
          <p:cNvPr id="2420" name="Google Shape;2420;p167"/>
          <p:cNvSpPr txBox="1"/>
          <p:nvPr>
            <p:ph idx="16" type="title"/>
          </p:nvPr>
        </p:nvSpPr>
        <p:spPr>
          <a:xfrm>
            <a:off x="3300528" y="1301701"/>
            <a:ext cx="2543100" cy="9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Foydalanuvchi tizimga kirgandan so‘ng unga maxsus token (masalan, JWT) beriladi va keyingi barcha so‘roqlar shu token orqali serverga tasdiqlanadi.</a:t>
            </a:r>
            <a:endParaRPr/>
          </a:p>
        </p:txBody>
      </p:sp>
      <p:sp>
        <p:nvSpPr>
          <p:cNvPr id="2421" name="Google Shape;2421;p167"/>
          <p:cNvSpPr txBox="1"/>
          <p:nvPr>
            <p:ph idx="17" type="title"/>
          </p:nvPr>
        </p:nvSpPr>
        <p:spPr>
          <a:xfrm>
            <a:off x="3300528" y="2528740"/>
            <a:ext cx="2543100" cy="9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Afzalliklari: parolni har safar yuborish shart emas; tokenlar yengil va tez ishlaydi; API, mikroservis va zamonaviy web ilovalar uchun qulay; amal qilish vaqti qisqa bo‘lishi orqali xavfsizlik oshadi.</a:t>
            </a:r>
            <a:endParaRPr/>
          </a:p>
        </p:txBody>
      </p:sp>
      <p:sp>
        <p:nvSpPr>
          <p:cNvPr id="2422" name="Google Shape;2422;p167"/>
          <p:cNvSpPr txBox="1"/>
          <p:nvPr>
            <p:ph idx="18" type="title"/>
          </p:nvPr>
        </p:nvSpPr>
        <p:spPr>
          <a:xfrm>
            <a:off x="3300528" y="3900671"/>
            <a:ext cx="2543100" cy="9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Kamchiliklari: parolni o‘g‘irlash, taxmin qilish yoki fishing hujumlari orqali qo‘lga kiritish oson; foydalanuvchilarning parol tanlash madaniyati past bo‘lishi xavfsizlikni   pasaytiradi.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3" name="Google Shape;2423;p167"/>
          <p:cNvSpPr txBox="1"/>
          <p:nvPr>
            <p:ph idx="16" type="title"/>
          </p:nvPr>
        </p:nvSpPr>
        <p:spPr>
          <a:xfrm>
            <a:off x="6056303" y="1301701"/>
            <a:ext cx="2543100" cy="9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Foydalanuvchi yuz, barmoq izi, ko‘z to‘qimasi, ovoz yoki boshqa biologik belgilar asosida tasdiqlanadi; bu identifikatsiya qilinayotgan shaxsning o‘zi ekanini bevosita tekshiradi.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24" name="Google Shape;2424;p167"/>
          <p:cNvSpPr txBox="1"/>
          <p:nvPr>
            <p:ph idx="16" type="title"/>
          </p:nvPr>
        </p:nvSpPr>
        <p:spPr>
          <a:xfrm>
            <a:off x="6056303" y="2531638"/>
            <a:ext cx="2543100" cy="9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Afzalliklari: yodlab yurishga hojat yo‘q, o‘g‘irlash yoki tahmin qilish juda qiyin, odatda tez ishlaydi va foydalanuvchi uchun eng qulay autentifikatsiya turi hisoblanadi.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25" name="Google Shape;2425;p167"/>
          <p:cNvSpPr txBox="1"/>
          <p:nvPr>
            <p:ph idx="16" type="title"/>
          </p:nvPr>
        </p:nvSpPr>
        <p:spPr>
          <a:xfrm>
            <a:off x="6080703" y="3785838"/>
            <a:ext cx="2543100" cy="99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Kamchiliklari: maxsus kamera, sensor yoki skaner kabi qurilma talab qiladi; agar biometrik ma’lumot sizsa, uni “almashtirish” imkoni yo‘q; ba’zi sharoitlarda (qo‘l nam, yoritish yomon) aniqligi pasayishi mumkin.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426" name="Google Shape;2426;p167"/>
          <p:cNvSpPr txBox="1"/>
          <p:nvPr>
            <p:ph idx="3" type="title"/>
          </p:nvPr>
        </p:nvSpPr>
        <p:spPr>
          <a:xfrm>
            <a:off x="38100" y="35125"/>
            <a:ext cx="4194300" cy="37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/>
              <a:t>Kriptografiya asoslari va autentifikasiya usullari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1" name="Google Shape;2431;p1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11988" y="220825"/>
            <a:ext cx="6720024" cy="4701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5" name="Shape 2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6" name="Google Shape;2436;p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91600" y="152400"/>
            <a:ext cx="5960809" cy="48386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0" name="Shape 2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1" name="Google Shape;2441;p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50" y="642000"/>
            <a:ext cx="8839201" cy="3859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5" name="Shape 2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6" name="Google Shape;2446;p1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350" y="529038"/>
            <a:ext cx="8839201" cy="4085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0" name="Shape 2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Google Shape;2451;p172"/>
          <p:cNvSpPr txBox="1"/>
          <p:nvPr>
            <p:ph type="title"/>
          </p:nvPr>
        </p:nvSpPr>
        <p:spPr>
          <a:xfrm>
            <a:off x="2449350" y="1569925"/>
            <a:ext cx="4245300" cy="129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E’tiboringiz uchun</a:t>
            </a:r>
            <a:endParaRPr sz="3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r</a:t>
            </a:r>
            <a:r>
              <a:rPr lang="en" sz="3600"/>
              <a:t>ahmat</a:t>
            </a:r>
            <a:endParaRPr sz="3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usiness Plan Presentation">
  <a:themeElements>
    <a:clrScheme name="Simple Light">
      <a:dk1>
        <a:srgbClr val="F9F9F9"/>
      </a:dk1>
      <a:lt1>
        <a:srgbClr val="183C40"/>
      </a:lt1>
      <a:dk2>
        <a:srgbClr val="20494D"/>
      </a:dk2>
      <a:lt2>
        <a:srgbClr val="799DA7"/>
      </a:lt2>
      <a:accent1>
        <a:srgbClr val="B0D5CD"/>
      </a:accent1>
      <a:accent2>
        <a:srgbClr val="A6DAEA"/>
      </a:accent2>
      <a:accent3>
        <a:srgbClr val="B78D43"/>
      </a:accent3>
      <a:accent4>
        <a:srgbClr val="9AA864"/>
      </a:accent4>
      <a:accent5>
        <a:srgbClr val="426345"/>
      </a:accent5>
      <a:accent6>
        <a:srgbClr val="DCDCDC"/>
      </a:accent6>
      <a:hlink>
        <a:srgbClr val="B0D5C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EOMETRIC OVERLAYS">
  <a:themeElements>
    <a:clrScheme name="Simple Light">
      <a:dk1>
        <a:srgbClr val="FFFFFF"/>
      </a:dk1>
      <a:lt1>
        <a:srgbClr val="353535"/>
      </a:lt1>
      <a:dk2>
        <a:srgbClr val="E3DFD6"/>
      </a:dk2>
      <a:lt2>
        <a:srgbClr val="F0B03B"/>
      </a:lt2>
      <a:accent1>
        <a:srgbClr val="FFEB67"/>
      </a:accent1>
      <a:accent2>
        <a:srgbClr val="FF5777"/>
      </a:accent2>
      <a:accent3>
        <a:srgbClr val="41CC6B"/>
      </a:accent3>
      <a:accent4>
        <a:srgbClr val="4285F4"/>
      </a:accent4>
      <a:accent5>
        <a:srgbClr val="69615E"/>
      </a:accent5>
      <a:accent6>
        <a:srgbClr val="FF866D"/>
      </a:accent6>
      <a:hlink>
        <a:srgbClr val="2A292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